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7" r:id="rId12"/>
    <p:sldId id="266" r:id="rId13"/>
    <p:sldId id="268" r:id="rId14"/>
  </p:sldIdLst>
  <p:sldSz cy="8229600" cx="14630400"/>
  <p:notesSz cx="8229600" cy="14630400"/>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5" name=""/>
        <p:cNvGrpSpPr/>
        <p:nvPr/>
      </p:nvGrpSpPr>
      <p:grpSpPr>
        <a:xfrm>
          <a:off x="0" y="0"/>
          <a:ext cx="0" cy="0"/>
          <a:chOff x="0" y="0"/>
          <a:chExt cx="0" cy="0"/>
        </a:xfrm>
      </p:grpSpPr>
      <p:sp>
        <p:nvSpPr>
          <p:cNvPr id="1048726"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27"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728"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729"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0"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31"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19" name="Slide Image Placeholder 1"/>
          <p:cNvSpPr>
            <a:spLocks noChangeAspect="1" noRot="1" noGrp="1"/>
          </p:cNvSpPr>
          <p:nvPr>
            <p:ph type="sldImg"/>
          </p:nvPr>
        </p:nvSpPr>
        <p:spPr/>
      </p:sp>
      <p:sp>
        <p:nvSpPr>
          <p:cNvPr id="1048620" name="Notes Placeholder 2"/>
          <p:cNvSpPr>
            <a:spLocks noGrp="1"/>
          </p:cNvSpPr>
          <p:nvPr>
            <p:ph type="body" idx="1"/>
          </p:nvPr>
        </p:nvSpPr>
        <p:spPr/>
        <p:txBody>
          <a:bodyPr/>
          <a:p>
            <a:r>
              <a:rPr dirty="0" lang="en-US"/>
              <a:t/>
            </a:r>
            <a:endParaRPr dirty="0" lang="en-US"/>
          </a:p>
        </p:txBody>
      </p:sp>
      <p:sp>
        <p:nvSpPr>
          <p:cNvPr id="1048621"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33" name="Slide Image Placeholder 1"/>
          <p:cNvSpPr>
            <a:spLocks noChangeAspect="1" noRot="1" noGrp="1"/>
          </p:cNvSpPr>
          <p:nvPr>
            <p:ph type="sldImg"/>
          </p:nvPr>
        </p:nvSpPr>
        <p:spPr/>
      </p:sp>
      <p:sp>
        <p:nvSpPr>
          <p:cNvPr id="1048634" name="Notes Placeholder 2"/>
          <p:cNvSpPr>
            <a:spLocks noGrp="1"/>
          </p:cNvSpPr>
          <p:nvPr>
            <p:ph type="body" idx="1"/>
          </p:nvPr>
        </p:nvSpPr>
        <p:spPr/>
        <p:txBody>
          <a:bodyPr/>
          <a:p>
            <a:r>
              <a:rPr dirty="0" lang="en-US"/>
              <a:t/>
            </a:r>
            <a:endParaRPr dirty="0" lang="en-US"/>
          </a:p>
        </p:txBody>
      </p:sp>
      <p:sp>
        <p:nvSpPr>
          <p:cNvPr id="1048635"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55" name="Slide Image Placeholder 1"/>
          <p:cNvSpPr>
            <a:spLocks noChangeAspect="1" noRot="1" noGrp="1"/>
          </p:cNvSpPr>
          <p:nvPr>
            <p:ph type="sldImg"/>
          </p:nvPr>
        </p:nvSpPr>
        <p:spPr/>
      </p:sp>
      <p:sp>
        <p:nvSpPr>
          <p:cNvPr id="1048656" name="Notes Placeholder 2"/>
          <p:cNvSpPr>
            <a:spLocks noGrp="1"/>
          </p:cNvSpPr>
          <p:nvPr>
            <p:ph type="body" idx="1"/>
          </p:nvPr>
        </p:nvSpPr>
        <p:spPr/>
        <p:txBody>
          <a:bodyPr/>
          <a:p>
            <a:r>
              <a:rPr dirty="0" lang="en-US"/>
              <a:t/>
            </a:r>
            <a:endParaRPr dirty="0" lang="en-US"/>
          </a:p>
        </p:txBody>
      </p:sp>
      <p:sp>
        <p:nvSpPr>
          <p:cNvPr id="1048657"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68" name="Slide Image Placeholder 1"/>
          <p:cNvSpPr>
            <a:spLocks noChangeAspect="1" noRot="1" noGrp="1"/>
          </p:cNvSpPr>
          <p:nvPr>
            <p:ph type="sldImg"/>
          </p:nvPr>
        </p:nvSpPr>
        <p:spPr/>
      </p:sp>
      <p:sp>
        <p:nvSpPr>
          <p:cNvPr id="1048669" name="Notes Placeholder 2"/>
          <p:cNvSpPr>
            <a:spLocks noGrp="1"/>
          </p:cNvSpPr>
          <p:nvPr>
            <p:ph type="body" idx="1"/>
          </p:nvPr>
        </p:nvSpPr>
        <p:spPr/>
        <p:txBody>
          <a:bodyPr/>
          <a:p>
            <a:r>
              <a:rPr dirty="0" lang="en-US"/>
              <a:t/>
            </a:r>
            <a:endParaRPr dirty="0" lang="en-US"/>
          </a:p>
        </p:txBody>
      </p:sp>
      <p:sp>
        <p:nvSpPr>
          <p:cNvPr id="1048670"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81" name="Slide Image Placeholder 1"/>
          <p:cNvSpPr>
            <a:spLocks noChangeAspect="1" noRot="1" noGrp="1"/>
          </p:cNvSpPr>
          <p:nvPr>
            <p:ph type="sldImg"/>
          </p:nvPr>
        </p:nvSpPr>
        <p:spPr/>
      </p:sp>
      <p:sp>
        <p:nvSpPr>
          <p:cNvPr id="1048682" name="Notes Placeholder 2"/>
          <p:cNvSpPr>
            <a:spLocks noGrp="1"/>
          </p:cNvSpPr>
          <p:nvPr>
            <p:ph type="body" idx="1"/>
          </p:nvPr>
        </p:nvSpPr>
        <p:spPr/>
        <p:txBody>
          <a:bodyPr/>
          <a:p>
            <a:r>
              <a:rPr dirty="0" lang="en-US"/>
              <a:t/>
            </a:r>
            <a:endParaRPr dirty="0" lang="en-US"/>
          </a:p>
        </p:txBody>
      </p:sp>
      <p:sp>
        <p:nvSpPr>
          <p:cNvPr id="1048683"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91" name="Slide Image Placeholder 1"/>
          <p:cNvSpPr>
            <a:spLocks noChangeAspect="1" noRot="1" noGrp="1"/>
          </p:cNvSpPr>
          <p:nvPr>
            <p:ph type="sldImg"/>
          </p:nvPr>
        </p:nvSpPr>
        <p:spPr/>
      </p:sp>
      <p:sp>
        <p:nvSpPr>
          <p:cNvPr id="1048692" name="Notes Placeholder 2"/>
          <p:cNvSpPr>
            <a:spLocks noGrp="1"/>
          </p:cNvSpPr>
          <p:nvPr>
            <p:ph type="body" idx="1"/>
          </p:nvPr>
        </p:nvSpPr>
        <p:spPr/>
        <p:txBody>
          <a:bodyPr/>
          <a:p>
            <a:r>
              <a:rPr dirty="0" lang="en-US"/>
              <a:t/>
            </a:r>
            <a:endParaRPr dirty="0" lang="en-US"/>
          </a:p>
        </p:txBody>
      </p:sp>
      <p:sp>
        <p:nvSpPr>
          <p:cNvPr id="1048693"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707" name="Slide Image Placeholder 1"/>
          <p:cNvSpPr>
            <a:spLocks noChangeAspect="1" noRot="1" noGrp="1"/>
          </p:cNvSpPr>
          <p:nvPr>
            <p:ph type="sldImg"/>
          </p:nvPr>
        </p:nvSpPr>
        <p:spPr/>
      </p:sp>
      <p:sp>
        <p:nvSpPr>
          <p:cNvPr id="1048708" name="Notes Placeholder 2"/>
          <p:cNvSpPr>
            <a:spLocks noGrp="1"/>
          </p:cNvSpPr>
          <p:nvPr>
            <p:ph type="body" idx="1"/>
          </p:nvPr>
        </p:nvSpPr>
        <p:spPr/>
        <p:txBody>
          <a:bodyPr/>
          <a:p>
            <a:r>
              <a:rPr dirty="0" lang="en-US"/>
              <a:t/>
            </a:r>
            <a:endParaRPr dirty="0" lang="en-US"/>
          </a:p>
        </p:txBody>
      </p:sp>
      <p:sp>
        <p:nvSpPr>
          <p:cNvPr id="1048709"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723" name="Slide Image Placeholder 1"/>
          <p:cNvSpPr>
            <a:spLocks noChangeAspect="1" noRot="1" noGrp="1"/>
          </p:cNvSpPr>
          <p:nvPr>
            <p:ph type="sldImg"/>
          </p:nvPr>
        </p:nvSpPr>
        <p:spPr/>
      </p:sp>
      <p:sp>
        <p:nvSpPr>
          <p:cNvPr id="1048724" name="Notes Placeholder 2"/>
          <p:cNvSpPr>
            <a:spLocks noGrp="1"/>
          </p:cNvSpPr>
          <p:nvPr>
            <p:ph type="body" idx="1"/>
          </p:nvPr>
        </p:nvSpPr>
        <p:spPr/>
        <p:txBody>
          <a:bodyPr/>
          <a:p>
            <a:r>
              <a:rPr dirty="0" lang="en-US"/>
              <a:t/>
            </a:r>
            <a:endParaRPr dirty="0" lang="en-US"/>
          </a:p>
        </p:txBody>
      </p:sp>
      <p:sp>
        <p:nvSpPr>
          <p:cNvPr id="1048725"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14" name="Slide Image Placeholder 1"/>
          <p:cNvSpPr>
            <a:spLocks noChangeAspect="1" noRot="1" noGrp="1"/>
          </p:cNvSpPr>
          <p:nvPr>
            <p:ph type="sldImg"/>
          </p:nvPr>
        </p:nvSpPr>
        <p:spPr/>
      </p:sp>
      <p:sp>
        <p:nvSpPr>
          <p:cNvPr id="1048615" name="Notes Placeholder 2"/>
          <p:cNvSpPr>
            <a:spLocks noGrp="1"/>
          </p:cNvSpPr>
          <p:nvPr>
            <p:ph type="body" idx="1"/>
          </p:nvPr>
        </p:nvSpPr>
        <p:spPr/>
        <p:txBody>
          <a:bodyPr/>
          <a:p>
            <a:r>
              <a:rPr dirty="0" lang="en-US"/>
              <a:t/>
            </a:r>
            <a:endParaRPr dirty="0" lang="en-US"/>
          </a:p>
        </p:txBody>
      </p:sp>
      <p:sp>
        <p:nvSpPr>
          <p:cNvPr id="1048616"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596" name="Slide Image Placeholder 1"/>
          <p:cNvSpPr>
            <a:spLocks noChangeAspect="1" noRot="1" noGrp="1"/>
          </p:cNvSpPr>
          <p:nvPr>
            <p:ph type="sldImg"/>
          </p:nvPr>
        </p:nvSpPr>
        <p:spPr/>
      </p:sp>
      <p:sp>
        <p:nvSpPr>
          <p:cNvPr id="1048597" name="Notes Placeholder 2"/>
          <p:cNvSpPr>
            <a:spLocks noGrp="1"/>
          </p:cNvSpPr>
          <p:nvPr>
            <p:ph type="body" idx="1"/>
          </p:nvPr>
        </p:nvSpPr>
        <p:spPr/>
        <p:txBody>
          <a:bodyPr/>
          <a:p>
            <a:r>
              <a:rPr dirty="0" lang="en-US"/>
              <a:t/>
            </a:r>
            <a:endParaRPr dirty="0" lang="en-US"/>
          </a:p>
        </p:txBody>
      </p:sp>
      <p:sp>
        <p:nvSpPr>
          <p:cNvPr id="1048598"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00" name="Slide Image Placeholder 1"/>
          <p:cNvSpPr>
            <a:spLocks noChangeAspect="1" noRot="1" noGrp="1"/>
          </p:cNvSpPr>
          <p:nvPr>
            <p:ph type="sldImg"/>
          </p:nvPr>
        </p:nvSpPr>
        <p:spPr/>
      </p:sp>
      <p:sp>
        <p:nvSpPr>
          <p:cNvPr id="1048601" name="Notes Placeholder 2"/>
          <p:cNvSpPr>
            <a:spLocks noGrp="1"/>
          </p:cNvSpPr>
          <p:nvPr>
            <p:ph type="body" idx="1"/>
          </p:nvPr>
        </p:nvSpPr>
        <p:spPr/>
        <p:txBody>
          <a:bodyPr/>
          <a:p>
            <a:r>
              <a:rPr dirty="0" lang="en-US"/>
              <a:t/>
            </a:r>
            <a:endParaRPr dirty="0" lang="en-US"/>
          </a:p>
        </p:txBody>
      </p:sp>
      <p:sp>
        <p:nvSpPr>
          <p:cNvPr id="1048602"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583" name="Slide Image Placeholder 1"/>
          <p:cNvSpPr>
            <a:spLocks noChangeAspect="1" noRot="1" noGrp="1"/>
          </p:cNvSpPr>
          <p:nvPr>
            <p:ph type="sldImg"/>
          </p:nvPr>
        </p:nvSpPr>
        <p:spPr/>
      </p:sp>
      <p:sp>
        <p:nvSpPr>
          <p:cNvPr id="1048584" name="Notes Placeholder 2"/>
          <p:cNvSpPr>
            <a:spLocks noGrp="1"/>
          </p:cNvSpPr>
          <p:nvPr>
            <p:ph type="body" idx="1"/>
          </p:nvPr>
        </p:nvSpPr>
        <p:spPr/>
        <p:txBody>
          <a:bodyPr/>
          <a:p>
            <a:r>
              <a:rPr dirty="0" lang="en-US"/>
              <a:t/>
            </a:r>
            <a:endParaRPr dirty="0" lang="en-US"/>
          </a:p>
        </p:txBody>
      </p:sp>
      <p:sp>
        <p:nvSpPr>
          <p:cNvPr id="1048585"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54"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7" name=""/>
        <p:cNvGrpSpPr/>
        <p:nvPr/>
      </p:nvGrpSpPr>
      <p:grpSpPr>
        <a:xfrm>
          <a:off x="0" y="0"/>
          <a:ext cx="0" cy="0"/>
          <a:chOff x="0" y="0"/>
          <a:chExt cx="0" cy="0"/>
        </a:xfrm>
      </p:grpSpPr>
      <p:pic>
        <p:nvPicPr>
          <p:cNvPr id="2097152" name="Image 0" descr="preencoded.png"/>
          <p:cNvPicPr>
            <a:picLocks noChangeAspect="1"/>
          </p:cNvPicPr>
          <p:nvPr/>
        </p:nvPicPr>
        <p:blipFill>
          <a:blip xmlns:r="http://schemas.openxmlformats.org/officeDocument/2006/relationships" r:embed="rId1"/>
          <a:stretch>
            <a:fillRect/>
          </a:stretch>
        </p:blipFill>
        <p:spPr>
          <a:xfrm>
            <a:off x="0" y="0"/>
            <a:ext cx="14630400" cy="8229600"/>
          </a:xfrm>
          <a:prstGeom prst="rect"/>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4"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 id="2147483650" r:id="rId2"/>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32.png"/><Relationship Id="rId12" Type="http://schemas.openxmlformats.org/officeDocument/2006/relationships/slideLayout" Target="../slideLayouts/slideLayout2.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3.jpe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7.jpe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2.jpeg"/><Relationship Id="rId2" Type="http://schemas.openxmlformats.org/officeDocument/2006/relationships/image" Target="../media/image43.jpe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53.png"/><Relationship Id="rId13" Type="http://schemas.openxmlformats.org/officeDocument/2006/relationships/image" Target="../media/image54.png"/><Relationship Id="rId14" Type="http://schemas.openxmlformats.org/officeDocument/2006/relationships/image" Target="../media/image55.png"/><Relationship Id="rId15" Type="http://schemas.openxmlformats.org/officeDocument/2006/relationships/slideLayout" Target="../slideLayouts/slideLayout2.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56.png"/><Relationship Id="rId2" Type="http://schemas.openxmlformats.org/officeDocument/2006/relationships/image" Target="../media/image57.jpe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63.jpeg"/><Relationship Id="rId2" Type="http://schemas.openxmlformats.org/officeDocument/2006/relationships/image" Target="../media/image64.jpe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slideLayout" Target="../slideLayouts/slideLayout2.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74.jpeg"/><Relationship Id="rId2" Type="http://schemas.openxmlformats.org/officeDocument/2006/relationships/image" Target="../media/image75.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76.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30" name=""/>
        <p:cNvGrpSpPr/>
        <p:nvPr/>
      </p:nvGrpSpPr>
      <p:grpSpPr>
        <a:xfrm>
          <a:off x="0" y="0"/>
          <a:ext cx="0" cy="0"/>
          <a:chOff x="0" y="0"/>
          <a:chExt cx="0" cy="0"/>
        </a:xfrm>
      </p:grpSpPr>
      <p:pic>
        <p:nvPicPr>
          <p:cNvPr id="2097174" name="Image 0" descr="preencoded.png"/>
          <p:cNvPicPr>
            <a:picLocks noChangeAspect="1"/>
          </p:cNvPicPr>
          <p:nvPr/>
        </p:nvPicPr>
        <p:blipFill>
          <a:blip xmlns:r="http://schemas.openxmlformats.org/officeDocument/2006/relationships" r:embed="rId1"/>
          <a:srcRect t="10810" b="10810"/>
          <a:stretch>
            <a:fillRect/>
          </a:stretch>
        </p:blipFill>
        <p:spPr>
          <a:xfrm>
            <a:off x="0" y="150876"/>
            <a:ext cx="14630400" cy="8238744"/>
          </a:xfrm>
          <a:prstGeom prst="rect"/>
        </p:spPr>
      </p:pic>
      <p:pic>
        <p:nvPicPr>
          <p:cNvPr id="2097175" name="Image 1" descr="preencoded.png"/>
          <p:cNvPicPr>
            <a:picLocks noChangeAspect="1"/>
          </p:cNvPicPr>
          <p:nvPr/>
        </p:nvPicPr>
        <p:blipFill>
          <a:blip xmlns:r="http://schemas.openxmlformats.org/officeDocument/2006/relationships" r:embed="rId2"/>
          <a:srcRect t="38952" b="38952"/>
          <a:stretch>
            <a:fillRect/>
          </a:stretch>
        </p:blipFill>
        <p:spPr>
          <a:xfrm>
            <a:off x="0" y="0"/>
            <a:ext cx="14630400" cy="2322576"/>
          </a:xfrm>
          <a:prstGeom prst="rect"/>
        </p:spPr>
      </p:pic>
      <p:sp>
        <p:nvSpPr>
          <p:cNvPr id="1048617" name="Text 0"/>
          <p:cNvSpPr/>
          <p:nvPr/>
        </p:nvSpPr>
        <p:spPr>
          <a:xfrm>
            <a:off x="685800" y="4270248"/>
            <a:ext cx="13267944" cy="841248"/>
          </a:xfrm>
          <a:prstGeom prst="rect"/>
          <a:noFill/>
        </p:spPr>
        <p:txBody>
          <a:bodyPr anchor="ctr" bIns="0" lIns="0" rIns="0" rtlCol="0" tIns="0" wrap="none"/>
          <a:p>
            <a:pPr algn="l" indent="0" marL="0">
              <a:lnSpc>
                <a:spcPts val="6620"/>
              </a:lnSpc>
              <a:buNone/>
            </a:pPr>
            <a:r>
              <a:rPr dirty="0" sz="5290" lang="en-US">
                <a:solidFill>
                  <a:srgbClr val="800000"/>
                </a:solidFill>
                <a:latin typeface="思源黑体-Regular" pitchFamily="34" charset="0"/>
                <a:ea typeface="思源黑体-Regular" pitchFamily="34" charset="-122"/>
                <a:cs typeface="思源黑体-Regular" pitchFamily="34" charset="-120"/>
              </a:rPr>
              <a:t>Digital Portal Project</a:t>
            </a:r>
            <a:endParaRPr dirty="0" sz="5290" lang="en-US">
              <a:solidFill>
                <a:srgbClr val="800000"/>
              </a:solidFill>
            </a:endParaRPr>
          </a:p>
        </p:txBody>
      </p:sp>
      <p:sp>
        <p:nvSpPr>
          <p:cNvPr id="1048618" name="Text 1"/>
          <p:cNvSpPr/>
          <p:nvPr/>
        </p:nvSpPr>
        <p:spPr>
          <a:xfrm>
            <a:off x="685800" y="5330952"/>
            <a:ext cx="13267944"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The Digital Portal project is designed to establish a centralized online platform that empowers users to effectively present their skills, projects, and experiences. In today's digital age, this platform will facilitate personal branding and professional networking, allowing individuals to connect and engage with a wider audience.</a:t>
            </a:r>
            <a:endParaRPr dirty="0" sz="153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33" name=""/>
        <p:cNvGrpSpPr/>
        <p:nvPr/>
      </p:nvGrpSpPr>
      <p:grpSpPr>
        <a:xfrm>
          <a:off x="0" y="0"/>
          <a:ext cx="0" cy="0"/>
          <a:chOff x="0" y="0"/>
          <a:chExt cx="0" cy="0"/>
        </a:xfrm>
      </p:grpSpPr>
      <p:pic>
        <p:nvPicPr>
          <p:cNvPr id="2097176" name="Image 0" descr="preencoded.png"/>
          <p:cNvPicPr>
            <a:picLocks noChangeAspect="1"/>
          </p:cNvPicPr>
          <p:nvPr/>
        </p:nvPicPr>
        <p:blipFill>
          <a:blip xmlns:r="http://schemas.openxmlformats.org/officeDocument/2006/relationships" r:embed="rId1"/>
          <a:stretch>
            <a:fillRect/>
          </a:stretch>
        </p:blipFill>
        <p:spPr>
          <a:xfrm>
            <a:off x="0" y="0"/>
            <a:ext cx="14630400" cy="8238744"/>
          </a:xfrm>
          <a:prstGeom prst="rect"/>
        </p:spPr>
      </p:pic>
      <p:pic>
        <p:nvPicPr>
          <p:cNvPr id="2097177" name="Image 1" descr="preencoded.png"/>
          <p:cNvPicPr>
            <a:picLocks noChangeAspect="1"/>
          </p:cNvPicPr>
          <p:nvPr/>
        </p:nvPicPr>
        <p:blipFill>
          <a:blip xmlns:r="http://schemas.openxmlformats.org/officeDocument/2006/relationships" r:embed="rId2"/>
          <a:srcRect t="3345" b="3345"/>
          <a:stretch>
            <a:fillRect/>
          </a:stretch>
        </p:blipFill>
        <p:spPr>
          <a:xfrm>
            <a:off x="0" y="0"/>
            <a:ext cx="14630400" cy="8238744"/>
          </a:xfrm>
          <a:prstGeom prst="rect"/>
        </p:spPr>
      </p:pic>
      <p:pic>
        <p:nvPicPr>
          <p:cNvPr id="2097178" name="Image 2" descr="preencoded.png"/>
          <p:cNvPicPr>
            <a:picLocks noChangeAspect="1"/>
          </p:cNvPicPr>
          <p:nvPr/>
        </p:nvPicPr>
        <p:blipFill>
          <a:blip xmlns:r="http://schemas.openxmlformats.org/officeDocument/2006/relationships" r:embed="rId3"/>
          <a:stretch>
            <a:fillRect/>
          </a:stretch>
        </p:blipFill>
        <p:spPr>
          <a:xfrm>
            <a:off x="685800" y="3035808"/>
            <a:ext cx="4297680" cy="1179576"/>
          </a:xfrm>
          <a:prstGeom prst="rect"/>
        </p:spPr>
      </p:pic>
      <p:pic>
        <p:nvPicPr>
          <p:cNvPr id="2097179" name="Image 3" descr="preencoded.png"/>
          <p:cNvPicPr>
            <a:picLocks noChangeAspect="1"/>
          </p:cNvPicPr>
          <p:nvPr/>
        </p:nvPicPr>
        <p:blipFill>
          <a:blip xmlns:r="http://schemas.openxmlformats.org/officeDocument/2006/relationships" r:embed="rId4"/>
          <a:stretch>
            <a:fillRect/>
          </a:stretch>
        </p:blipFill>
        <p:spPr>
          <a:xfrm>
            <a:off x="914399" y="6227064"/>
            <a:ext cx="6537960" cy="1417320"/>
          </a:xfrm>
          <a:prstGeom prst="rect"/>
        </p:spPr>
      </p:pic>
      <p:pic>
        <p:nvPicPr>
          <p:cNvPr id="2097180" name="Image 4" descr="preencoded.png"/>
          <p:cNvPicPr>
            <a:picLocks noChangeAspect="1"/>
          </p:cNvPicPr>
          <p:nvPr/>
        </p:nvPicPr>
        <p:blipFill>
          <a:blip xmlns:r="http://schemas.openxmlformats.org/officeDocument/2006/relationships" r:embed="rId5"/>
          <a:stretch>
            <a:fillRect/>
          </a:stretch>
        </p:blipFill>
        <p:spPr>
          <a:xfrm>
            <a:off x="9020553" y="2807209"/>
            <a:ext cx="4297680" cy="1179576"/>
          </a:xfrm>
          <a:prstGeom prst="rect"/>
        </p:spPr>
      </p:pic>
      <p:pic>
        <p:nvPicPr>
          <p:cNvPr id="2097181" name="Image 5" descr="preencoded.png"/>
          <p:cNvPicPr>
            <a:picLocks noChangeAspect="1"/>
          </p:cNvPicPr>
          <p:nvPr/>
        </p:nvPicPr>
        <p:blipFill>
          <a:blip xmlns:r="http://schemas.openxmlformats.org/officeDocument/2006/relationships" r:embed="rId6"/>
          <a:stretch>
            <a:fillRect/>
          </a:stretch>
        </p:blipFill>
        <p:spPr>
          <a:xfrm>
            <a:off x="7415784" y="4398264"/>
            <a:ext cx="6537960" cy="1417320"/>
          </a:xfrm>
          <a:prstGeom prst="rect"/>
        </p:spPr>
      </p:pic>
      <p:pic>
        <p:nvPicPr>
          <p:cNvPr id="2097182" name="Image 6" descr="preencoded.png"/>
          <p:cNvPicPr>
            <a:picLocks noChangeAspect="1"/>
          </p:cNvPicPr>
          <p:nvPr/>
        </p:nvPicPr>
        <p:blipFill>
          <a:blip xmlns:r="http://schemas.openxmlformats.org/officeDocument/2006/relationships" r:embed="rId7"/>
          <a:stretch>
            <a:fillRect/>
          </a:stretch>
        </p:blipFill>
        <p:spPr>
          <a:xfrm>
            <a:off x="5079490" y="4562855"/>
            <a:ext cx="4297680" cy="1179576"/>
          </a:xfrm>
          <a:prstGeom prst="rect"/>
        </p:spPr>
      </p:pic>
      <p:sp>
        <p:nvSpPr>
          <p:cNvPr id="1048622" name="Text 0"/>
          <p:cNvSpPr/>
          <p:nvPr/>
        </p:nvSpPr>
        <p:spPr>
          <a:xfrm>
            <a:off x="685800" y="2203704"/>
            <a:ext cx="13267944" cy="612648"/>
          </a:xfrm>
          <a:prstGeom prst="rect"/>
          <a:noFill/>
        </p:spPr>
        <p:txBody>
          <a:bodyPr anchor="ctr" bIns="0" lIns="0" rIns="0" rtlCol="0" tIns="0" wrap="none"/>
          <a:p>
            <a:pPr algn="l" indent="0" marL="0">
              <a:lnSpc>
                <a:spcPts val="4800"/>
              </a:lnSpc>
              <a:buNone/>
            </a:pPr>
            <a:r>
              <a:rPr dirty="0" sz="3840" lang="en-US">
                <a:solidFill>
                  <a:srgbClr val="6600CC"/>
                </a:solidFill>
                <a:latin typeface="思源黑体-Regular" pitchFamily="34" charset="0"/>
                <a:ea typeface="思源黑体-Regular" pitchFamily="34" charset="-122"/>
                <a:cs typeface="思源黑体-Regular" pitchFamily="34" charset="-120"/>
              </a:rPr>
              <a:t>Student Information</a:t>
            </a:r>
            <a:endParaRPr dirty="0" sz="3840" lang="en-US">
              <a:solidFill>
                <a:srgbClr val="6600CC"/>
              </a:solidFill>
            </a:endParaRPr>
          </a:p>
        </p:txBody>
      </p:sp>
      <p:sp>
        <p:nvSpPr>
          <p:cNvPr id="1048623" name="Text 1"/>
          <p:cNvSpPr/>
          <p:nvPr/>
        </p:nvSpPr>
        <p:spPr>
          <a:xfrm>
            <a:off x="914400" y="3255264"/>
            <a:ext cx="384962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Student Name</a:t>
            </a:r>
            <a:endParaRPr dirty="0" sz="1920" lang="en-US"/>
          </a:p>
        </p:txBody>
      </p:sp>
      <p:sp>
        <p:nvSpPr>
          <p:cNvPr id="1048624" name="Text 2"/>
          <p:cNvSpPr/>
          <p:nvPr/>
        </p:nvSpPr>
        <p:spPr>
          <a:xfrm>
            <a:off x="914400" y="3739896"/>
            <a:ext cx="3849624" cy="246888"/>
          </a:xfrm>
          <a:prstGeom prst="rect"/>
          <a:noFill/>
        </p:spPr>
        <p:txBody>
          <a:bodyPr anchor="ctr" bIns="0" lIns="0" rIns="0" rtlCol="0" tIns="0" wrap="non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M</a:t>
            </a:r>
            <a:r>
              <a:rPr dirty="0" sz="1530" lang="en-US">
                <a:solidFill>
                  <a:srgbClr val="000000"/>
                </a:solidFill>
                <a:latin typeface="思源黑体-Medium" pitchFamily="34" charset="0"/>
                <a:ea typeface="思源黑体-Medium" pitchFamily="34" charset="-122"/>
                <a:cs typeface="思源黑体-Medium" pitchFamily="34" charset="-120"/>
              </a:rPr>
              <a:t>a</a:t>
            </a:r>
            <a:r>
              <a:rPr dirty="0" sz="1530" lang="en-US">
                <a:solidFill>
                  <a:srgbClr val="000000"/>
                </a:solidFill>
                <a:latin typeface="思源黑体-Medium" pitchFamily="34" charset="0"/>
                <a:ea typeface="思源黑体-Medium" pitchFamily="34" charset="-122"/>
                <a:cs typeface="思源黑体-Medium" pitchFamily="34" charset="-120"/>
              </a:rPr>
              <a:t>n</a:t>
            </a:r>
            <a:r>
              <a:rPr dirty="0" sz="1530" lang="en-US">
                <a:solidFill>
                  <a:srgbClr val="000000"/>
                </a:solidFill>
                <a:latin typeface="思源黑体-Medium" pitchFamily="34" charset="0"/>
                <a:ea typeface="思源黑体-Medium" pitchFamily="34" charset="-122"/>
                <a:cs typeface="思源黑体-Medium" pitchFamily="34" charset="-120"/>
              </a:rPr>
              <a:t>i</a:t>
            </a:r>
            <a:r>
              <a:rPr dirty="0" sz="1530" lang="en-US">
                <a:solidFill>
                  <a:srgbClr val="000000"/>
                </a:solidFill>
                <a:latin typeface="思源黑体-Medium" pitchFamily="34" charset="0"/>
                <a:ea typeface="思源黑体-Medium" pitchFamily="34" charset="-122"/>
                <a:cs typeface="思源黑体-Medium" pitchFamily="34" charset="-120"/>
              </a:rPr>
              <a:t>g</a:t>
            </a:r>
            <a:r>
              <a:rPr dirty="0" sz="1530" lang="en-US">
                <a:solidFill>
                  <a:srgbClr val="000000"/>
                </a:solidFill>
                <a:latin typeface="思源黑体-Medium" pitchFamily="34" charset="0"/>
                <a:ea typeface="思源黑体-Medium" pitchFamily="34" charset="-122"/>
                <a:cs typeface="思源黑体-Medium" pitchFamily="34" charset="-120"/>
              </a:rPr>
              <a:t>a</a:t>
            </a:r>
            <a:r>
              <a:rPr dirty="0" sz="1530" lang="en-US">
                <a:solidFill>
                  <a:srgbClr val="000000"/>
                </a:solidFill>
                <a:latin typeface="思源黑体-Medium" pitchFamily="34" charset="0"/>
                <a:ea typeface="思源黑体-Medium" pitchFamily="34" charset="-122"/>
                <a:cs typeface="思源黑体-Medium" pitchFamily="34" charset="-120"/>
              </a:rPr>
              <a:t>ndan </a:t>
            </a:r>
            <a:r>
              <a:rPr dirty="0" sz="1530" lang="en-US">
                <a:solidFill>
                  <a:srgbClr val="000000"/>
                </a:solidFill>
                <a:latin typeface="思源黑体-Medium" pitchFamily="34" charset="0"/>
                <a:ea typeface="思源黑体-Medium" pitchFamily="34" charset="-122"/>
                <a:cs typeface="思源黑体-Medium" pitchFamily="34" charset="-120"/>
              </a:rPr>
              <a:t>D</a:t>
            </a:r>
            <a:endParaRPr dirty="0" sz="1530" lang="en-US"/>
          </a:p>
        </p:txBody>
      </p:sp>
      <p:sp>
        <p:nvSpPr>
          <p:cNvPr id="1048625" name="Text 3"/>
          <p:cNvSpPr/>
          <p:nvPr/>
        </p:nvSpPr>
        <p:spPr>
          <a:xfrm>
            <a:off x="1138426" y="6318502"/>
            <a:ext cx="608990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Department</a:t>
            </a:r>
            <a:endParaRPr dirty="0" sz="1920" lang="en-US"/>
          </a:p>
        </p:txBody>
      </p:sp>
      <p:sp>
        <p:nvSpPr>
          <p:cNvPr id="1048626" name="Text 4"/>
          <p:cNvSpPr/>
          <p:nvPr/>
        </p:nvSpPr>
        <p:spPr>
          <a:xfrm>
            <a:off x="1138426" y="6227064"/>
            <a:ext cx="6089904" cy="1641855"/>
          </a:xfrm>
          <a:prstGeom prst="rect"/>
          <a:noFill/>
        </p:spPr>
        <p:txBody>
          <a:bodyPr anchor="ctr" bIns="0" lIns="0" rIns="0" rtlCol="0" tIns="0" wrap="non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BSc Computer Science</a:t>
            </a:r>
            <a:endParaRPr dirty="0" sz="1530" lang="en-US"/>
          </a:p>
        </p:txBody>
      </p:sp>
      <p:sp>
        <p:nvSpPr>
          <p:cNvPr id="1048627" name="Text 5"/>
          <p:cNvSpPr/>
          <p:nvPr/>
        </p:nvSpPr>
        <p:spPr>
          <a:xfrm>
            <a:off x="9244584" y="3054095"/>
            <a:ext cx="384962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Register No and NMID</a:t>
            </a:r>
            <a:endParaRPr dirty="0" sz="1920" lang="en-US"/>
          </a:p>
        </p:txBody>
      </p:sp>
      <p:sp>
        <p:nvSpPr>
          <p:cNvPr id="1048628" name="Text 6"/>
          <p:cNvSpPr/>
          <p:nvPr/>
        </p:nvSpPr>
        <p:spPr>
          <a:xfrm>
            <a:off x="9244581" y="3616452"/>
            <a:ext cx="3849624" cy="246888"/>
          </a:xfrm>
          <a:prstGeom prst="rect"/>
          <a:noFill/>
        </p:spPr>
        <p:txBody>
          <a:bodyPr anchor="ctr" bIns="0" lIns="0" rIns="0" rtlCol="0" tIns="0" wrap="non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2422k1</a:t>
            </a:r>
            <a:r>
              <a:rPr dirty="0" sz="1530" lang="en-US">
                <a:solidFill>
                  <a:srgbClr val="000000"/>
                </a:solidFill>
                <a:latin typeface="思源黑体-Medium" pitchFamily="34" charset="0"/>
                <a:ea typeface="思源黑体-Medium" pitchFamily="34" charset="-122"/>
                <a:cs typeface="思源黑体-Medium" pitchFamily="34" charset="-120"/>
              </a:rPr>
              <a:t>4</a:t>
            </a:r>
            <a:r>
              <a:rPr dirty="0" sz="1530" lang="en-US">
                <a:solidFill>
                  <a:srgbClr val="000000"/>
                </a:solidFill>
                <a:latin typeface="思源黑体-Medium" pitchFamily="34" charset="0"/>
                <a:ea typeface="思源黑体-Medium" pitchFamily="34" charset="-122"/>
                <a:cs typeface="思源黑体-Medium" pitchFamily="34" charset="-120"/>
              </a:rPr>
              <a:t>5</a:t>
            </a:r>
            <a:r>
              <a:rPr dirty="0" sz="1530" lang="en-US">
                <a:solidFill>
                  <a:srgbClr val="000000"/>
                </a:solidFill>
                <a:latin typeface="思源黑体-Medium" pitchFamily="34" charset="0"/>
                <a:ea typeface="思源黑体-Medium" pitchFamily="34" charset="-122"/>
                <a:cs typeface="思源黑体-Medium" pitchFamily="34" charset="-120"/>
              </a:rPr>
              <a:t>0</a:t>
            </a:r>
            <a:endParaRPr dirty="0" sz="1530" lang="en-US"/>
          </a:p>
        </p:txBody>
      </p:sp>
      <p:sp>
        <p:nvSpPr>
          <p:cNvPr id="1048629" name="Text 7"/>
          <p:cNvSpPr/>
          <p:nvPr/>
        </p:nvSpPr>
        <p:spPr>
          <a:xfrm>
            <a:off x="7228329" y="6227063"/>
            <a:ext cx="608990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College</a:t>
            </a:r>
            <a:endParaRPr dirty="0" sz="1920" lang="en-US"/>
          </a:p>
        </p:txBody>
      </p:sp>
      <p:sp>
        <p:nvSpPr>
          <p:cNvPr id="1048630" name="Text 8"/>
          <p:cNvSpPr/>
          <p:nvPr/>
        </p:nvSpPr>
        <p:spPr>
          <a:xfrm>
            <a:off x="7228330" y="6801102"/>
            <a:ext cx="6089904"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Government Arts and Science College, Sathyamagalam, Bharathiyar University</a:t>
            </a:r>
            <a:endParaRPr dirty="0" sz="1530" lang="en-US"/>
          </a:p>
        </p:txBody>
      </p:sp>
      <p:sp>
        <p:nvSpPr>
          <p:cNvPr id="1048631" name="Text 9"/>
          <p:cNvSpPr/>
          <p:nvPr/>
        </p:nvSpPr>
        <p:spPr>
          <a:xfrm>
            <a:off x="5303518" y="4796028"/>
            <a:ext cx="384962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Email</a:t>
            </a:r>
            <a:endParaRPr dirty="0" sz="1920" lang="en-US"/>
          </a:p>
        </p:txBody>
      </p:sp>
      <p:sp>
        <p:nvSpPr>
          <p:cNvPr id="1048632" name="Text 10"/>
          <p:cNvSpPr/>
          <p:nvPr/>
        </p:nvSpPr>
        <p:spPr>
          <a:xfrm>
            <a:off x="5390388" y="5054976"/>
            <a:ext cx="3849624" cy="554487"/>
          </a:xfrm>
          <a:prstGeom prst="rect"/>
          <a:noFill/>
        </p:spPr>
        <p:txBody>
          <a:bodyPr anchor="ctr" bIns="0" lIns="0" rIns="0" rtlCol="0" tIns="0" wrap="non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m</a:t>
            </a:r>
            <a:r>
              <a:rPr dirty="0" sz="1530" lang="en-US">
                <a:solidFill>
                  <a:srgbClr val="000000"/>
                </a:solidFill>
                <a:latin typeface="思源黑体-Medium" pitchFamily="34" charset="0"/>
                <a:ea typeface="思源黑体-Medium" pitchFamily="34" charset="-122"/>
                <a:cs typeface="思源黑体-Medium" pitchFamily="34" charset="-120"/>
              </a:rPr>
              <a:t>a</a:t>
            </a:r>
            <a:r>
              <a:rPr dirty="0" sz="1530" lang="en-US">
                <a:solidFill>
                  <a:srgbClr val="000000"/>
                </a:solidFill>
                <a:latin typeface="思源黑体-Medium" pitchFamily="34" charset="0"/>
                <a:ea typeface="思源黑体-Medium" pitchFamily="34" charset="-122"/>
                <a:cs typeface="思源黑体-Medium" pitchFamily="34" charset="-120"/>
              </a:rPr>
              <a:t>n</a:t>
            </a:r>
            <a:r>
              <a:rPr dirty="0" sz="1530" lang="en-US">
                <a:solidFill>
                  <a:srgbClr val="000000"/>
                </a:solidFill>
                <a:latin typeface="思源黑体-Medium" pitchFamily="34" charset="0"/>
                <a:ea typeface="思源黑体-Medium" pitchFamily="34" charset="-122"/>
                <a:cs typeface="思源黑体-Medium" pitchFamily="34" charset="-120"/>
              </a:rPr>
              <a:t>i</a:t>
            </a:r>
            <a:r>
              <a:rPr dirty="0" sz="1530" lang="en-US">
                <a:solidFill>
                  <a:srgbClr val="000000"/>
                </a:solidFill>
                <a:latin typeface="思源黑体-Medium" pitchFamily="34" charset="0"/>
                <a:ea typeface="思源黑体-Medium" pitchFamily="34" charset="-122"/>
                <a:cs typeface="思源黑体-Medium" pitchFamily="34" charset="-120"/>
              </a:rPr>
              <a:t>g</a:t>
            </a:r>
            <a:r>
              <a:rPr dirty="0" sz="1530" lang="en-US">
                <a:solidFill>
                  <a:srgbClr val="000000"/>
                </a:solidFill>
                <a:latin typeface="思源黑体-Medium" pitchFamily="34" charset="0"/>
                <a:ea typeface="思源黑体-Medium" pitchFamily="34" charset="-122"/>
                <a:cs typeface="思源黑体-Medium" pitchFamily="34" charset="-120"/>
              </a:rPr>
              <a:t>a</a:t>
            </a:r>
            <a:r>
              <a:rPr dirty="0" sz="1530" lang="en-US">
                <a:solidFill>
                  <a:srgbClr val="000000"/>
                </a:solidFill>
                <a:latin typeface="思源黑体-Medium" pitchFamily="34" charset="0"/>
                <a:ea typeface="思源黑体-Medium" pitchFamily="34" charset="-122"/>
                <a:cs typeface="思源黑体-Medium" pitchFamily="34" charset="-120"/>
              </a:rPr>
              <a:t>n</a:t>
            </a:r>
            <a:r>
              <a:rPr dirty="0" sz="1530" lang="en-US">
                <a:solidFill>
                  <a:srgbClr val="000000"/>
                </a:solidFill>
                <a:latin typeface="思源黑体-Medium" pitchFamily="34" charset="0"/>
                <a:ea typeface="思源黑体-Medium" pitchFamily="34" charset="-122"/>
                <a:cs typeface="思源黑体-Medium" pitchFamily="34" charset="-120"/>
              </a:rPr>
              <a:t>d</a:t>
            </a:r>
            <a:r>
              <a:rPr dirty="0" sz="1530" lang="en-US">
                <a:solidFill>
                  <a:srgbClr val="000000"/>
                </a:solidFill>
                <a:latin typeface="思源黑体-Medium" pitchFamily="34" charset="0"/>
                <a:ea typeface="思源黑体-Medium" pitchFamily="34" charset="-122"/>
                <a:cs typeface="思源黑体-Medium" pitchFamily="34" charset="-120"/>
              </a:rPr>
              <a:t>a</a:t>
            </a:r>
            <a:r>
              <a:rPr dirty="0" sz="1530" lang="en-US">
                <a:solidFill>
                  <a:srgbClr val="000000"/>
                </a:solidFill>
                <a:latin typeface="思源黑体-Medium" pitchFamily="34" charset="0"/>
                <a:ea typeface="思源黑体-Medium" pitchFamily="34" charset="-122"/>
                <a:cs typeface="思源黑体-Medium" pitchFamily="34" charset="-120"/>
              </a:rPr>
              <a:t>n</a:t>
            </a:r>
            <a:r>
              <a:rPr dirty="0" sz="1530" lang="en-US">
                <a:solidFill>
                  <a:srgbClr val="000000"/>
                </a:solidFill>
                <a:latin typeface="思源黑体-Medium" pitchFamily="34" charset="0"/>
                <a:ea typeface="思源黑体-Medium" pitchFamily="34" charset="-122"/>
                <a:cs typeface="思源黑体-Medium" pitchFamily="34" charset="-120"/>
              </a:rPr>
              <a:t>dnm2422k1450@gmail.com</a:t>
            </a:r>
            <a:endParaRPr dirty="0" sz="153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36" name=""/>
        <p:cNvGrpSpPr/>
        <p:nvPr/>
      </p:nvGrpSpPr>
      <p:grpSpPr>
        <a:xfrm>
          <a:off x="0" y="0"/>
          <a:ext cx="0" cy="0"/>
          <a:chOff x="0" y="0"/>
          <a:chExt cx="0" cy="0"/>
        </a:xfrm>
      </p:grpSpPr>
      <p:pic>
        <p:nvPicPr>
          <p:cNvPr id="2097183" name="Image 0" descr="preencoded.png"/>
          <p:cNvPicPr>
            <a:picLocks noChangeAspect="1"/>
          </p:cNvPicPr>
          <p:nvPr/>
        </p:nvPicPr>
        <p:blipFill>
          <a:blip xmlns:r="http://schemas.openxmlformats.org/officeDocument/2006/relationships" r:embed="rId1"/>
          <a:srcRect t="180" b="180"/>
          <a:stretch>
            <a:fillRect/>
          </a:stretch>
        </p:blipFill>
        <p:spPr>
          <a:xfrm>
            <a:off x="0" y="32004"/>
            <a:ext cx="14630400" cy="8238744"/>
          </a:xfrm>
          <a:prstGeom prst="rect"/>
        </p:spPr>
      </p:pic>
      <p:pic>
        <p:nvPicPr>
          <p:cNvPr id="2097184" name="Image 7" descr="preencoded.png"/>
          <p:cNvPicPr>
            <a:picLocks noChangeAspect="1"/>
          </p:cNvPicPr>
          <p:nvPr/>
        </p:nvPicPr>
        <p:blipFill>
          <a:blip xmlns:r="http://schemas.openxmlformats.org/officeDocument/2006/relationships" r:embed="rId2"/>
          <a:srcRect t="290" b="290"/>
          <a:stretch>
            <a:fillRect/>
          </a:stretch>
        </p:blipFill>
        <p:spPr>
          <a:xfrm>
            <a:off x="5166360" y="2112263"/>
            <a:ext cx="1050109" cy="978408"/>
          </a:xfrm>
          <a:prstGeom prst="rect"/>
        </p:spPr>
      </p:pic>
      <p:pic>
        <p:nvPicPr>
          <p:cNvPr id="2097185" name="Image 8" descr="preencoded.png"/>
          <p:cNvPicPr>
            <a:picLocks noChangeAspect="1"/>
          </p:cNvPicPr>
          <p:nvPr/>
        </p:nvPicPr>
        <p:blipFill>
          <a:blip xmlns:r="http://schemas.openxmlformats.org/officeDocument/2006/relationships" r:embed="rId3"/>
          <a:srcRect t="290" b="290"/>
          <a:stretch>
            <a:fillRect/>
          </a:stretch>
        </p:blipFill>
        <p:spPr>
          <a:xfrm>
            <a:off x="4599432" y="4050792"/>
            <a:ext cx="978408" cy="978408"/>
          </a:xfrm>
          <a:prstGeom prst="rect"/>
        </p:spPr>
      </p:pic>
      <p:pic>
        <p:nvPicPr>
          <p:cNvPr id="2097186" name="Image 9" descr="preencoded.png"/>
          <p:cNvPicPr>
            <a:picLocks noChangeAspect="1"/>
          </p:cNvPicPr>
          <p:nvPr/>
        </p:nvPicPr>
        <p:blipFill>
          <a:blip xmlns:r="http://schemas.openxmlformats.org/officeDocument/2006/relationships" r:embed="rId4"/>
          <a:srcRect t="290" b="290"/>
          <a:stretch>
            <a:fillRect/>
          </a:stretch>
        </p:blipFill>
        <p:spPr>
          <a:xfrm>
            <a:off x="8366760" y="2112263"/>
            <a:ext cx="978408" cy="978408"/>
          </a:xfrm>
          <a:prstGeom prst="rect"/>
        </p:spPr>
      </p:pic>
      <p:pic>
        <p:nvPicPr>
          <p:cNvPr id="2097187" name="Image 10" descr="preencoded.png"/>
          <p:cNvPicPr>
            <a:picLocks noChangeAspect="1"/>
          </p:cNvPicPr>
          <p:nvPr/>
        </p:nvPicPr>
        <p:blipFill>
          <a:blip xmlns:r="http://schemas.openxmlformats.org/officeDocument/2006/relationships" r:embed="rId5"/>
          <a:srcRect t="290" b="290"/>
          <a:stretch>
            <a:fillRect/>
          </a:stretch>
        </p:blipFill>
        <p:spPr>
          <a:xfrm>
            <a:off x="5088636" y="6286501"/>
            <a:ext cx="978408" cy="978408"/>
          </a:xfrm>
          <a:prstGeom prst="rect"/>
        </p:spPr>
      </p:pic>
      <p:pic>
        <p:nvPicPr>
          <p:cNvPr id="2097188" name="Image 11" descr="preencoded.png"/>
          <p:cNvPicPr>
            <a:picLocks noChangeAspect="1"/>
          </p:cNvPicPr>
          <p:nvPr/>
        </p:nvPicPr>
        <p:blipFill>
          <a:blip xmlns:r="http://schemas.openxmlformats.org/officeDocument/2006/relationships" r:embed="rId6"/>
          <a:srcRect t="290" b="290"/>
          <a:stretch>
            <a:fillRect/>
          </a:stretch>
        </p:blipFill>
        <p:spPr>
          <a:xfrm>
            <a:off x="9070848" y="4050792"/>
            <a:ext cx="978408" cy="978408"/>
          </a:xfrm>
          <a:prstGeom prst="rect"/>
        </p:spPr>
      </p:pic>
      <p:pic>
        <p:nvPicPr>
          <p:cNvPr id="2097189" name="Image 12" descr="preencoded.png"/>
          <p:cNvPicPr>
            <a:picLocks noChangeAspect="1"/>
          </p:cNvPicPr>
          <p:nvPr/>
        </p:nvPicPr>
        <p:blipFill>
          <a:blip xmlns:r="http://schemas.openxmlformats.org/officeDocument/2006/relationships" r:embed="rId7"/>
          <a:srcRect t="290" b="290"/>
          <a:stretch>
            <a:fillRect/>
          </a:stretch>
        </p:blipFill>
        <p:spPr>
          <a:xfrm>
            <a:off x="8581644" y="5897880"/>
            <a:ext cx="978408" cy="978408"/>
          </a:xfrm>
          <a:prstGeom prst="rect"/>
        </p:spPr>
      </p:pic>
      <p:sp>
        <p:nvSpPr>
          <p:cNvPr id="1048636" name="Text 0"/>
          <p:cNvSpPr/>
          <p:nvPr/>
        </p:nvSpPr>
        <p:spPr>
          <a:xfrm>
            <a:off x="585216" y="1113282"/>
            <a:ext cx="13267944" cy="612648"/>
          </a:xfrm>
          <a:prstGeom prst="rect"/>
          <a:noFill/>
        </p:spPr>
        <p:txBody>
          <a:bodyPr anchor="ctr" bIns="0" lIns="0" rIns="0" rtlCol="0" tIns="0" wrap="none"/>
          <a:p>
            <a:pPr algn="l" indent="0" marL="0">
              <a:lnSpc>
                <a:spcPts val="4800"/>
              </a:lnSpc>
              <a:buNone/>
            </a:pPr>
            <a:r>
              <a:rPr dirty="0" sz="3840" lang="en-US">
                <a:solidFill>
                  <a:srgbClr val="1B3E88"/>
                </a:solidFill>
                <a:latin typeface="思源黑体-Regular" pitchFamily="34" charset="0"/>
                <a:ea typeface="思源黑体-Regular" pitchFamily="34" charset="-122"/>
                <a:cs typeface="思源黑体-Regular" pitchFamily="34" charset="-120"/>
              </a:rPr>
              <a:t>Digital Portfolio Project Overview(1)</a:t>
            </a:r>
            <a:endParaRPr dirty="0" sz="3840" lang="en-US"/>
          </a:p>
        </p:txBody>
      </p:sp>
      <p:sp>
        <p:nvSpPr>
          <p:cNvPr id="1048637" name="Text 1"/>
          <p:cNvSpPr/>
          <p:nvPr/>
        </p:nvSpPr>
        <p:spPr>
          <a:xfrm>
            <a:off x="786384" y="2167128"/>
            <a:ext cx="3922776" cy="310896"/>
          </a:xfrm>
          <a:prstGeom prst="rect"/>
          <a:noFill/>
        </p:spPr>
        <p:txBody>
          <a:bodyPr anchor="ctr" bIns="0" lIns="0" rIns="0" rtlCol="0" tIns="0" wrap="none"/>
          <a:p>
            <a:pPr algn="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Problem Statement</a:t>
            </a:r>
            <a:endParaRPr dirty="0" sz="1920" lang="en-US"/>
          </a:p>
        </p:txBody>
      </p:sp>
      <p:sp>
        <p:nvSpPr>
          <p:cNvPr id="1048638" name="Text 2"/>
          <p:cNvSpPr/>
          <p:nvPr/>
        </p:nvSpPr>
        <p:spPr>
          <a:xfrm>
            <a:off x="786384" y="2688336"/>
            <a:ext cx="3922776" cy="731520"/>
          </a:xfrm>
          <a:prstGeom prst="rect"/>
          <a:noFill/>
        </p:spPr>
        <p:txBody>
          <a:bodyPr anchor="ctr" bIns="0" lIns="0" rIns="0" rtlCol="0" tIns="0" wrap="square"/>
          <a:p>
            <a:pPr algn="r" indent="0" marL="0">
              <a:lnSpc>
                <a:spcPts val="1920"/>
              </a:lnSpc>
              <a:buNone/>
            </a:pPr>
            <a:r>
              <a:rPr altLang="en-US" dirty="0" sz="1530" lang="en-US">
                <a:solidFill>
                  <a:srgbClr val="000000"/>
                </a:solidFill>
                <a:latin typeface="思源黑体-Medium" pitchFamily="34" charset="0"/>
                <a:ea typeface="思源黑体-Medium" pitchFamily="34" charset="-122"/>
                <a:cs typeface="思源黑体-Medium" pitchFamily="34" charset="-120"/>
              </a:rPr>
              <a:t>A clear description of the issue or challenge that needs to be addressed.</a:t>
            </a:r>
            <a:endParaRPr dirty="0" sz="1530" lang="en-US"/>
          </a:p>
        </p:txBody>
      </p:sp>
      <p:sp>
        <p:nvSpPr>
          <p:cNvPr id="1048639" name="Text 3"/>
          <p:cNvSpPr/>
          <p:nvPr/>
        </p:nvSpPr>
        <p:spPr>
          <a:xfrm>
            <a:off x="786383" y="3959352"/>
            <a:ext cx="3538728" cy="310896"/>
          </a:xfrm>
          <a:prstGeom prst="rect"/>
          <a:noFill/>
        </p:spPr>
        <p:txBody>
          <a:bodyPr anchor="ctr" bIns="0" lIns="0" rIns="0" rtlCol="0" tIns="0" wrap="none"/>
          <a:p>
            <a:pPr algn="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Features and Functionality</a:t>
            </a:r>
            <a:endParaRPr dirty="0" sz="1920" lang="en-US"/>
          </a:p>
        </p:txBody>
      </p:sp>
      <p:sp>
        <p:nvSpPr>
          <p:cNvPr id="1048640" name="Text 4"/>
          <p:cNvSpPr/>
          <p:nvPr/>
        </p:nvSpPr>
        <p:spPr>
          <a:xfrm>
            <a:off x="786382" y="4809744"/>
            <a:ext cx="3538728" cy="493776"/>
          </a:xfrm>
          <a:prstGeom prst="rect"/>
          <a:noFill/>
        </p:spPr>
        <p:txBody>
          <a:bodyPr anchor="ctr" bIns="0" lIns="0" rIns="0" rtlCol="0" tIns="0" wrap="square"/>
          <a:p>
            <a:pPr algn="r" indent="0" marL="0">
              <a:lnSpc>
                <a:spcPts val="1920"/>
              </a:lnSpc>
              <a:buNone/>
            </a:pPr>
            <a:r>
              <a:rPr dirty="0" sz="1530" lang="en-US"/>
              <a:t>*Feature*: A distinct characteristic of a product or system.</a:t>
            </a:r>
            <a:endParaRPr dirty="0" sz="1530" lang="en-US"/>
          </a:p>
          <a:p>
            <a:pPr algn="r" indent="0" marL="0">
              <a:lnSpc>
                <a:spcPts val="1920"/>
              </a:lnSpc>
              <a:buNone/>
            </a:pPr>
            <a:r>
              <a:rPr dirty="0" sz="1530" lang="en-US"/>
              <a:t>*Functionality*: The capabilities or actions it can perform.</a:t>
            </a:r>
            <a:endParaRPr dirty="0" sz="1530" lang="en-US"/>
          </a:p>
        </p:txBody>
      </p:sp>
      <p:sp>
        <p:nvSpPr>
          <p:cNvPr id="1048641" name="Text 5"/>
          <p:cNvSpPr/>
          <p:nvPr/>
        </p:nvSpPr>
        <p:spPr>
          <a:xfrm>
            <a:off x="786383" y="6163056"/>
            <a:ext cx="3922776" cy="310896"/>
          </a:xfrm>
          <a:prstGeom prst="rect"/>
          <a:noFill/>
        </p:spPr>
        <p:txBody>
          <a:bodyPr anchor="ctr" bIns="0" lIns="0" rIns="0" rtlCol="0" tIns="0" wrap="none"/>
          <a:p>
            <a:pPr algn="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Portfolio Design</a:t>
            </a:r>
            <a:endParaRPr dirty="0" sz="1920" lang="en-US"/>
          </a:p>
        </p:txBody>
      </p:sp>
      <p:sp>
        <p:nvSpPr>
          <p:cNvPr id="1048642" name="Text 6"/>
          <p:cNvSpPr/>
          <p:nvPr/>
        </p:nvSpPr>
        <p:spPr>
          <a:xfrm>
            <a:off x="786384" y="6803136"/>
            <a:ext cx="3922776" cy="493776"/>
          </a:xfrm>
          <a:prstGeom prst="rect"/>
          <a:noFill/>
        </p:spPr>
        <p:txBody>
          <a:bodyPr anchor="ctr" bIns="0" lIns="0" rIns="0" rtlCol="0" tIns="0" wrap="square"/>
          <a:p>
            <a:pPr algn="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 Creating a curated collection of work showcasing skills and accomplishments.</a:t>
            </a:r>
            <a:endParaRPr dirty="0" sz="1530" lang="en-US"/>
          </a:p>
        </p:txBody>
      </p:sp>
      <p:sp>
        <p:nvSpPr>
          <p:cNvPr id="1048643" name="Text 7"/>
          <p:cNvSpPr/>
          <p:nvPr/>
        </p:nvSpPr>
        <p:spPr>
          <a:xfrm>
            <a:off x="5643299" y="2418587"/>
            <a:ext cx="146304" cy="365760"/>
          </a:xfrm>
          <a:prstGeom prst="rect"/>
          <a:noFill/>
        </p:spPr>
        <p:txBody>
          <a:bodyPr anchor="ctr" bIns="0" lIns="0" rIns="0" rtlCol="0" tIns="0" wrap="none"/>
          <a:p>
            <a:pPr algn="l" indent="0" marL="0">
              <a:lnSpc>
                <a:spcPts val="2300"/>
              </a:lnSpc>
              <a:buNone/>
            </a:pPr>
            <a:endParaRPr dirty="0" sz="1920" lang="en-US"/>
          </a:p>
        </p:txBody>
      </p:sp>
      <p:sp>
        <p:nvSpPr>
          <p:cNvPr id="1048644" name="Text 8"/>
          <p:cNvSpPr/>
          <p:nvPr/>
        </p:nvSpPr>
        <p:spPr>
          <a:xfrm>
            <a:off x="5020056" y="4352544"/>
            <a:ext cx="146304" cy="365760"/>
          </a:xfrm>
          <a:prstGeom prst="rect"/>
          <a:noFill/>
        </p:spPr>
        <p:txBody>
          <a:bodyPr anchor="ctr" bIns="0" lIns="0" rIns="0" rtlCol="0" tIns="0" wrap="none"/>
          <a:p>
            <a:pPr algn="l" indent="0" marL="0">
              <a:lnSpc>
                <a:spcPts val="2300"/>
              </a:lnSpc>
              <a:buNone/>
            </a:pPr>
            <a:endParaRPr dirty="0" sz="1920" lang="en-US"/>
          </a:p>
        </p:txBody>
      </p:sp>
      <p:sp>
        <p:nvSpPr>
          <p:cNvPr id="1048645" name="Text 9"/>
          <p:cNvSpPr/>
          <p:nvPr/>
        </p:nvSpPr>
        <p:spPr>
          <a:xfrm>
            <a:off x="8366760" y="2423160"/>
            <a:ext cx="146304" cy="365760"/>
          </a:xfrm>
          <a:prstGeom prst="rect"/>
          <a:noFill/>
        </p:spPr>
        <p:txBody>
          <a:bodyPr anchor="ctr" bIns="0" lIns="0" rIns="0" rtlCol="0" tIns="0" wrap="none"/>
          <a:p>
            <a:pPr algn="l" indent="0" marL="0">
              <a:lnSpc>
                <a:spcPts val="2300"/>
              </a:lnSpc>
              <a:buNone/>
            </a:pPr>
            <a:endParaRPr dirty="0" sz="1920" lang="en-US"/>
          </a:p>
        </p:txBody>
      </p:sp>
      <p:sp>
        <p:nvSpPr>
          <p:cNvPr id="1048646" name="Text 10"/>
          <p:cNvSpPr/>
          <p:nvPr/>
        </p:nvSpPr>
        <p:spPr>
          <a:xfrm>
            <a:off x="6135624" y="6291072"/>
            <a:ext cx="146304" cy="365760"/>
          </a:xfrm>
          <a:prstGeom prst="rect"/>
          <a:noFill/>
        </p:spPr>
        <p:txBody>
          <a:bodyPr anchor="ctr" bIns="0" lIns="0" rIns="0" rtlCol="0" tIns="0" wrap="none"/>
          <a:p>
            <a:pPr algn="l" indent="0" marL="0">
              <a:lnSpc>
                <a:spcPts val="2300"/>
              </a:lnSpc>
              <a:buNone/>
            </a:pPr>
            <a:endParaRPr dirty="0" sz="1920" lang="en-US"/>
          </a:p>
        </p:txBody>
      </p:sp>
      <p:sp>
        <p:nvSpPr>
          <p:cNvPr id="1048647" name="Text 11"/>
          <p:cNvSpPr/>
          <p:nvPr/>
        </p:nvSpPr>
        <p:spPr>
          <a:xfrm>
            <a:off x="9930384" y="2286000"/>
            <a:ext cx="3922776"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Project Overview</a:t>
            </a:r>
            <a:endParaRPr dirty="0" sz="1920" lang="en-US"/>
          </a:p>
        </p:txBody>
      </p:sp>
      <p:sp>
        <p:nvSpPr>
          <p:cNvPr id="1048648" name="Text 12"/>
          <p:cNvSpPr/>
          <p:nvPr/>
        </p:nvSpPr>
        <p:spPr>
          <a:xfrm>
            <a:off x="9930384" y="2807208"/>
            <a:ext cx="3922776" cy="493776"/>
          </a:xfrm>
          <a:prstGeom prst="rect"/>
          <a:noFill/>
        </p:spPr>
        <p:txBody>
          <a:bodyPr anchor="ctr" bIns="0" lIns="0" rIns="0" rtlCol="0" tIns="0" wrap="square"/>
          <a:p>
            <a:pPr algn="l" indent="0" marL="0">
              <a:lnSpc>
                <a:spcPts val="1920"/>
              </a:lnSpc>
              <a:buNone/>
            </a:pPr>
            <a:r>
              <a:rPr dirty="0" sz="1530" lang="en-US"/>
              <a:t>A brief summary of a project's goals, objectives, and key details.</a:t>
            </a:r>
            <a:endParaRPr dirty="0" sz="1530" lang="en-US"/>
          </a:p>
        </p:txBody>
      </p:sp>
      <p:sp>
        <p:nvSpPr>
          <p:cNvPr id="1048649" name="Text 13"/>
          <p:cNvSpPr/>
          <p:nvPr/>
        </p:nvSpPr>
        <p:spPr>
          <a:xfrm>
            <a:off x="9482328" y="4352544"/>
            <a:ext cx="146304" cy="365760"/>
          </a:xfrm>
          <a:prstGeom prst="rect"/>
          <a:noFill/>
        </p:spPr>
        <p:txBody>
          <a:bodyPr anchor="ctr" bIns="0" lIns="0" rIns="0" rtlCol="0" tIns="0" wrap="none"/>
          <a:p>
            <a:pPr algn="l" indent="0" marL="0">
              <a:lnSpc>
                <a:spcPts val="2300"/>
              </a:lnSpc>
              <a:buNone/>
            </a:pPr>
            <a:endParaRPr dirty="0" sz="1920" lang="en-US"/>
          </a:p>
        </p:txBody>
      </p:sp>
      <p:sp>
        <p:nvSpPr>
          <p:cNvPr id="1048650" name="Text 14"/>
          <p:cNvSpPr/>
          <p:nvPr/>
        </p:nvSpPr>
        <p:spPr>
          <a:xfrm>
            <a:off x="8924544" y="6419088"/>
            <a:ext cx="146304" cy="365760"/>
          </a:xfrm>
          <a:prstGeom prst="rect"/>
          <a:noFill/>
        </p:spPr>
        <p:txBody>
          <a:bodyPr anchor="ctr" bIns="0" lIns="0" rIns="0" rtlCol="0" tIns="0" wrap="none"/>
          <a:p>
            <a:pPr algn="l" indent="0" marL="0">
              <a:lnSpc>
                <a:spcPts val="2300"/>
              </a:lnSpc>
              <a:buNone/>
            </a:pPr>
            <a:endParaRPr dirty="0" sz="1920" lang="en-US"/>
          </a:p>
        </p:txBody>
      </p:sp>
      <p:sp>
        <p:nvSpPr>
          <p:cNvPr id="1048651" name="Text 15"/>
          <p:cNvSpPr/>
          <p:nvPr/>
        </p:nvSpPr>
        <p:spPr>
          <a:xfrm>
            <a:off x="10323576" y="4151376"/>
            <a:ext cx="3538728"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End Users</a:t>
            </a:r>
            <a:endParaRPr dirty="0" sz="1920" lang="en-US"/>
          </a:p>
        </p:txBody>
      </p:sp>
      <p:sp>
        <p:nvSpPr>
          <p:cNvPr id="1048652" name="Text 16"/>
          <p:cNvSpPr/>
          <p:nvPr/>
        </p:nvSpPr>
        <p:spPr>
          <a:xfrm>
            <a:off x="10323576" y="4672584"/>
            <a:ext cx="3538728"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The person who ultimately uses a product or service</a:t>
            </a:r>
            <a:endParaRPr dirty="0" sz="1530" lang="en-US"/>
          </a:p>
        </p:txBody>
      </p:sp>
      <p:sp>
        <p:nvSpPr>
          <p:cNvPr id="1048653" name="Text 17"/>
          <p:cNvSpPr/>
          <p:nvPr/>
        </p:nvSpPr>
        <p:spPr>
          <a:xfrm>
            <a:off x="9930384" y="5897880"/>
            <a:ext cx="3922776"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Tools and Technologies</a:t>
            </a:r>
            <a:endParaRPr dirty="0" sz="1920" lang="en-US"/>
          </a:p>
        </p:txBody>
      </p:sp>
      <p:sp>
        <p:nvSpPr>
          <p:cNvPr id="1048654" name="Text 18"/>
          <p:cNvSpPr/>
          <p:nvPr/>
        </p:nvSpPr>
        <p:spPr>
          <a:xfrm>
            <a:off x="9930384" y="6419088"/>
            <a:ext cx="3922776"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Software, hardware, or equipment used to perform specific tasks or achieve particular goals.</a:t>
            </a:r>
            <a:endParaRPr dirty="0" sz="153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39" name=""/>
        <p:cNvGrpSpPr/>
        <p:nvPr/>
      </p:nvGrpSpPr>
      <p:grpSpPr>
        <a:xfrm>
          <a:off x="0" y="0"/>
          <a:ext cx="0" cy="0"/>
          <a:chOff x="0" y="0"/>
          <a:chExt cx="0" cy="0"/>
        </a:xfrm>
      </p:grpSpPr>
      <p:pic>
        <p:nvPicPr>
          <p:cNvPr id="2097190" name="Image 0" descr="preencoded.png"/>
          <p:cNvPicPr>
            <a:picLocks noChangeAspect="1"/>
          </p:cNvPicPr>
          <p:nvPr/>
        </p:nvPicPr>
        <p:blipFill>
          <a:blip xmlns:r="http://schemas.openxmlformats.org/officeDocument/2006/relationships" r:embed="rId1"/>
          <a:srcRect t="10810" b="10810"/>
          <a:stretch>
            <a:fillRect/>
          </a:stretch>
        </p:blipFill>
        <p:spPr>
          <a:xfrm>
            <a:off x="0" y="0"/>
            <a:ext cx="14630400" cy="8238744"/>
          </a:xfrm>
          <a:prstGeom prst="rect"/>
        </p:spPr>
      </p:pic>
      <p:pic>
        <p:nvPicPr>
          <p:cNvPr id="2097191" name="Image 4" descr="preencoded.png"/>
          <p:cNvPicPr>
            <a:picLocks noChangeAspect="1"/>
          </p:cNvPicPr>
          <p:nvPr/>
        </p:nvPicPr>
        <p:blipFill>
          <a:blip xmlns:r="http://schemas.openxmlformats.org/officeDocument/2006/relationships" r:embed="rId2"/>
          <a:srcRect t="290" b="290"/>
          <a:stretch>
            <a:fillRect/>
          </a:stretch>
        </p:blipFill>
        <p:spPr>
          <a:xfrm>
            <a:off x="4599432" y="4050792"/>
            <a:ext cx="978408" cy="978408"/>
          </a:xfrm>
          <a:prstGeom prst="rect"/>
        </p:spPr>
      </p:pic>
      <p:pic>
        <p:nvPicPr>
          <p:cNvPr id="2097192" name="Image 5" descr="preencoded.png"/>
          <p:cNvPicPr>
            <a:picLocks noChangeAspect="1"/>
          </p:cNvPicPr>
          <p:nvPr/>
        </p:nvPicPr>
        <p:blipFill>
          <a:blip xmlns:r="http://schemas.openxmlformats.org/officeDocument/2006/relationships" r:embed="rId3"/>
          <a:srcRect t="290" b="290"/>
          <a:stretch>
            <a:fillRect/>
          </a:stretch>
        </p:blipFill>
        <p:spPr>
          <a:xfrm>
            <a:off x="8366760" y="2299716"/>
            <a:ext cx="978408" cy="978408"/>
          </a:xfrm>
          <a:prstGeom prst="rect"/>
        </p:spPr>
      </p:pic>
      <p:pic>
        <p:nvPicPr>
          <p:cNvPr id="2097193" name="Image 6" descr="preencoded.png"/>
          <p:cNvPicPr>
            <a:picLocks noChangeAspect="1"/>
          </p:cNvPicPr>
          <p:nvPr/>
        </p:nvPicPr>
        <p:blipFill>
          <a:blip xmlns:r="http://schemas.openxmlformats.org/officeDocument/2006/relationships" r:embed="rId4"/>
          <a:srcRect t="290" b="290"/>
          <a:stretch>
            <a:fillRect/>
          </a:stretch>
        </p:blipFill>
        <p:spPr>
          <a:xfrm>
            <a:off x="8366760" y="5422392"/>
            <a:ext cx="978408" cy="978408"/>
          </a:xfrm>
          <a:prstGeom prst="rect"/>
        </p:spPr>
      </p:pic>
      <p:sp>
        <p:nvSpPr>
          <p:cNvPr id="1048658" name="Text 0"/>
          <p:cNvSpPr/>
          <p:nvPr/>
        </p:nvSpPr>
        <p:spPr>
          <a:xfrm>
            <a:off x="685800" y="1380744"/>
            <a:ext cx="13267944" cy="612648"/>
          </a:xfrm>
          <a:prstGeom prst="rect"/>
          <a:noFill/>
        </p:spPr>
        <p:txBody>
          <a:bodyPr anchor="ctr" bIns="0" lIns="0" rIns="0" rtlCol="0" tIns="0" wrap="none"/>
          <a:p>
            <a:pPr algn="l" indent="0" marL="0">
              <a:lnSpc>
                <a:spcPts val="4800"/>
              </a:lnSpc>
              <a:buNone/>
            </a:pPr>
            <a:r>
              <a:rPr dirty="0" sz="3840" lang="en-US">
                <a:solidFill>
                  <a:srgbClr val="FF0000"/>
                </a:solidFill>
                <a:latin typeface="思源黑体-Regular" pitchFamily="34" charset="0"/>
                <a:ea typeface="思源黑体-Regular" pitchFamily="34" charset="-122"/>
                <a:cs typeface="思源黑体-Regular" pitchFamily="34" charset="-120"/>
              </a:rPr>
              <a:t>Digital Portfolio Project Overview(2)</a:t>
            </a:r>
            <a:endParaRPr dirty="0" sz="3840" lang="en-US">
              <a:solidFill>
                <a:srgbClr val="FF0000"/>
              </a:solidFill>
            </a:endParaRPr>
          </a:p>
        </p:txBody>
      </p:sp>
      <p:sp>
        <p:nvSpPr>
          <p:cNvPr id="1048659" name="Text 1"/>
          <p:cNvSpPr/>
          <p:nvPr/>
        </p:nvSpPr>
        <p:spPr>
          <a:xfrm>
            <a:off x="786384" y="4032504"/>
            <a:ext cx="3538728" cy="310896"/>
          </a:xfrm>
          <a:prstGeom prst="rect"/>
          <a:noFill/>
        </p:spPr>
        <p:txBody>
          <a:bodyPr anchor="ctr" bIns="0" lIns="0" rIns="0" rtlCol="0" tIns="0" wrap="none"/>
          <a:p>
            <a:pPr algn="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Results and Screenshots</a:t>
            </a:r>
            <a:endParaRPr dirty="0" sz="1920" lang="en-US"/>
          </a:p>
        </p:txBody>
      </p:sp>
      <p:sp>
        <p:nvSpPr>
          <p:cNvPr id="1048660" name="Text 2"/>
          <p:cNvSpPr/>
          <p:nvPr/>
        </p:nvSpPr>
        <p:spPr>
          <a:xfrm>
            <a:off x="786384" y="4553712"/>
            <a:ext cx="3538728" cy="493776"/>
          </a:xfrm>
          <a:prstGeom prst="rect"/>
          <a:noFill/>
        </p:spPr>
        <p:txBody>
          <a:bodyPr anchor="ctr" bIns="0" lIns="0" rIns="0" rtlCol="0" tIns="0" wrap="square"/>
          <a:p>
            <a:pPr algn="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Outcome of a process with visual evidence.</a:t>
            </a:r>
            <a:endParaRPr dirty="0" sz="1530" lang="en-US"/>
          </a:p>
        </p:txBody>
      </p:sp>
      <p:sp>
        <p:nvSpPr>
          <p:cNvPr id="1048661" name="Text 3"/>
          <p:cNvSpPr/>
          <p:nvPr/>
        </p:nvSpPr>
        <p:spPr>
          <a:xfrm>
            <a:off x="5020056" y="4352544"/>
            <a:ext cx="146304" cy="365760"/>
          </a:xfrm>
          <a:prstGeom prst="rect"/>
          <a:noFill/>
        </p:spPr>
        <p:txBody>
          <a:bodyPr anchor="ctr" bIns="0" lIns="0" rIns="0" rtlCol="0" tIns="0" wrap="none"/>
          <a:p>
            <a:pPr algn="l" indent="0" marL="0">
              <a:lnSpc>
                <a:spcPts val="2300"/>
              </a:lnSpc>
              <a:buNone/>
            </a:pPr>
            <a:endParaRPr dirty="0" sz="1920" lang="en-US"/>
          </a:p>
        </p:txBody>
      </p:sp>
      <p:sp>
        <p:nvSpPr>
          <p:cNvPr id="1048662" name="Text 4"/>
          <p:cNvSpPr/>
          <p:nvPr/>
        </p:nvSpPr>
        <p:spPr>
          <a:xfrm>
            <a:off x="8366760" y="2423160"/>
            <a:ext cx="146304" cy="365760"/>
          </a:xfrm>
          <a:prstGeom prst="rect"/>
          <a:noFill/>
        </p:spPr>
        <p:txBody>
          <a:bodyPr anchor="ctr" bIns="0" lIns="0" rIns="0" rtlCol="0" tIns="0" wrap="none"/>
          <a:p>
            <a:pPr algn="l" indent="0" marL="0">
              <a:lnSpc>
                <a:spcPts val="2300"/>
              </a:lnSpc>
              <a:buNone/>
            </a:pPr>
            <a:endParaRPr dirty="0" sz="1920" lang="en-US"/>
          </a:p>
        </p:txBody>
      </p:sp>
      <p:sp>
        <p:nvSpPr>
          <p:cNvPr id="1048663" name="Text 5"/>
          <p:cNvSpPr/>
          <p:nvPr/>
        </p:nvSpPr>
        <p:spPr>
          <a:xfrm>
            <a:off x="9930384" y="2798064"/>
            <a:ext cx="3922776"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Conclusion</a:t>
            </a:r>
            <a:endParaRPr dirty="0" sz="1920" lang="en-US"/>
          </a:p>
        </p:txBody>
      </p:sp>
      <p:sp>
        <p:nvSpPr>
          <p:cNvPr id="1048664" name="Text 6"/>
          <p:cNvSpPr/>
          <p:nvPr/>
        </p:nvSpPr>
        <p:spPr>
          <a:xfrm>
            <a:off x="8366760" y="6291072"/>
            <a:ext cx="146304" cy="365760"/>
          </a:xfrm>
          <a:prstGeom prst="rect"/>
          <a:noFill/>
        </p:spPr>
        <p:txBody>
          <a:bodyPr anchor="ctr" bIns="0" lIns="0" rIns="0" rtlCol="0" tIns="0" wrap="none"/>
          <a:p>
            <a:pPr algn="l" indent="0" marL="0">
              <a:lnSpc>
                <a:spcPts val="2300"/>
              </a:lnSpc>
              <a:buNone/>
            </a:pPr>
            <a:endParaRPr dirty="0" sz="1920" lang="en-US"/>
          </a:p>
        </p:txBody>
      </p:sp>
      <p:sp>
        <p:nvSpPr>
          <p:cNvPr id="1048665" name="Text 7"/>
          <p:cNvSpPr/>
          <p:nvPr/>
        </p:nvSpPr>
        <p:spPr>
          <a:xfrm>
            <a:off x="9930384" y="3319272"/>
            <a:ext cx="3922776"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 A summary of key points and final thoughts.</a:t>
            </a:r>
            <a:endParaRPr dirty="0" sz="1530" lang="en-US"/>
          </a:p>
        </p:txBody>
      </p:sp>
      <p:sp>
        <p:nvSpPr>
          <p:cNvPr id="1048666" name="Text 8"/>
          <p:cNvSpPr/>
          <p:nvPr/>
        </p:nvSpPr>
        <p:spPr>
          <a:xfrm>
            <a:off x="9930384" y="5266944"/>
            <a:ext cx="3922776"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GitHub Link</a:t>
            </a:r>
            <a:endParaRPr dirty="0" sz="1920" lang="en-US"/>
          </a:p>
        </p:txBody>
      </p:sp>
      <p:sp>
        <p:nvSpPr>
          <p:cNvPr id="1048667" name="Text 9"/>
          <p:cNvSpPr/>
          <p:nvPr/>
        </p:nvSpPr>
        <p:spPr>
          <a:xfrm>
            <a:off x="9930384" y="5788152"/>
            <a:ext cx="3922776"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URL linking to a repository or project on GitHub.</a:t>
            </a:r>
            <a:endParaRPr dirty="0" sz="153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42" name=""/>
        <p:cNvGrpSpPr/>
        <p:nvPr/>
      </p:nvGrpSpPr>
      <p:grpSpPr>
        <a:xfrm>
          <a:off x="0" y="0"/>
          <a:ext cx="0" cy="0"/>
          <a:chOff x="0" y="0"/>
          <a:chExt cx="0" cy="0"/>
        </a:xfrm>
      </p:grpSpPr>
      <p:pic>
        <p:nvPicPr>
          <p:cNvPr id="2097194" name="Image 0" descr="preencoded.png"/>
          <p:cNvPicPr>
            <a:picLocks noChangeAspect="1"/>
          </p:cNvPicPr>
          <p:nvPr/>
        </p:nvPicPr>
        <p:blipFill>
          <a:blip xmlns:r="http://schemas.openxmlformats.org/officeDocument/2006/relationships" r:embed="rId1"/>
          <a:srcRect t="180" b="180"/>
          <a:stretch>
            <a:fillRect/>
          </a:stretch>
        </p:blipFill>
        <p:spPr>
          <a:xfrm>
            <a:off x="0" y="0"/>
            <a:ext cx="14630400" cy="8238744"/>
          </a:xfrm>
          <a:prstGeom prst="rect"/>
        </p:spPr>
      </p:pic>
      <p:pic>
        <p:nvPicPr>
          <p:cNvPr id="2097195" name="Image 1" descr="preencoded.png"/>
          <p:cNvPicPr>
            <a:picLocks noChangeAspect="1"/>
          </p:cNvPicPr>
          <p:nvPr/>
        </p:nvPicPr>
        <p:blipFill>
          <a:blip xmlns:r="http://schemas.openxmlformats.org/officeDocument/2006/relationships" r:embed="rId2"/>
          <a:srcRect t="36968" b="36968"/>
          <a:stretch>
            <a:fillRect/>
          </a:stretch>
        </p:blipFill>
        <p:spPr>
          <a:xfrm>
            <a:off x="0" y="0"/>
            <a:ext cx="14630400" cy="2322576"/>
          </a:xfrm>
          <a:prstGeom prst="rect"/>
        </p:spPr>
      </p:pic>
      <p:pic>
        <p:nvPicPr>
          <p:cNvPr id="2097196" name="Image 2" descr="preencoded.png"/>
          <p:cNvPicPr>
            <a:picLocks noChangeAspect="1"/>
          </p:cNvPicPr>
          <p:nvPr/>
        </p:nvPicPr>
        <p:blipFill>
          <a:blip xmlns:r="http://schemas.openxmlformats.org/officeDocument/2006/relationships" r:embed="rId3"/>
          <a:stretch>
            <a:fillRect/>
          </a:stretch>
        </p:blipFill>
        <p:spPr>
          <a:xfrm>
            <a:off x="704088" y="4626864"/>
            <a:ext cx="4270248" cy="1911096"/>
          </a:xfrm>
          <a:prstGeom prst="rect"/>
        </p:spPr>
      </p:pic>
      <p:pic>
        <p:nvPicPr>
          <p:cNvPr id="2097197" name="Image 3" descr="preencoded.png"/>
          <p:cNvPicPr>
            <a:picLocks noChangeAspect="1"/>
          </p:cNvPicPr>
          <p:nvPr/>
        </p:nvPicPr>
        <p:blipFill>
          <a:blip xmlns:r="http://schemas.openxmlformats.org/officeDocument/2006/relationships" r:embed="rId4"/>
          <a:stretch>
            <a:fillRect/>
          </a:stretch>
        </p:blipFill>
        <p:spPr>
          <a:xfrm>
            <a:off x="5184648" y="4626864"/>
            <a:ext cx="4270248" cy="1911096"/>
          </a:xfrm>
          <a:prstGeom prst="rect"/>
        </p:spPr>
      </p:pic>
      <p:pic>
        <p:nvPicPr>
          <p:cNvPr id="2097198" name="Image 4" descr="preencoded.png"/>
          <p:cNvPicPr>
            <a:picLocks noChangeAspect="1"/>
          </p:cNvPicPr>
          <p:nvPr/>
        </p:nvPicPr>
        <p:blipFill>
          <a:blip xmlns:r="http://schemas.openxmlformats.org/officeDocument/2006/relationships" r:embed="rId5"/>
          <a:stretch>
            <a:fillRect/>
          </a:stretch>
        </p:blipFill>
        <p:spPr>
          <a:xfrm>
            <a:off x="9674352" y="4626864"/>
            <a:ext cx="4270248" cy="1911096"/>
          </a:xfrm>
          <a:prstGeom prst="rect"/>
        </p:spPr>
      </p:pic>
      <p:pic>
        <p:nvPicPr>
          <p:cNvPr id="2097199" name="Image 5" descr="preencoded.png"/>
          <p:cNvPicPr>
            <a:picLocks noChangeAspect="1"/>
          </p:cNvPicPr>
          <p:nvPr/>
        </p:nvPicPr>
        <p:blipFill>
          <a:blip xmlns:r="http://schemas.openxmlformats.org/officeDocument/2006/relationships" r:embed="rId6"/>
          <a:stretch>
            <a:fillRect/>
          </a:stretch>
        </p:blipFill>
        <p:spPr>
          <a:xfrm>
            <a:off x="1481328" y="4828032"/>
            <a:ext cx="3291840" cy="1517904"/>
          </a:xfrm>
          <a:prstGeom prst="rect"/>
        </p:spPr>
      </p:pic>
      <p:pic>
        <p:nvPicPr>
          <p:cNvPr id="2097200" name="Image 6" descr="preencoded.png"/>
          <p:cNvPicPr>
            <a:picLocks noChangeAspect="1"/>
          </p:cNvPicPr>
          <p:nvPr/>
        </p:nvPicPr>
        <p:blipFill>
          <a:blip xmlns:r="http://schemas.openxmlformats.org/officeDocument/2006/relationships" r:embed="rId7"/>
          <a:stretch>
            <a:fillRect/>
          </a:stretch>
        </p:blipFill>
        <p:spPr>
          <a:xfrm>
            <a:off x="5971032" y="4828032"/>
            <a:ext cx="3291840" cy="1517904"/>
          </a:xfrm>
          <a:prstGeom prst="rect"/>
        </p:spPr>
      </p:pic>
      <p:pic>
        <p:nvPicPr>
          <p:cNvPr id="2097201" name="Image 7" descr="preencoded.png"/>
          <p:cNvPicPr>
            <a:picLocks noChangeAspect="1"/>
          </p:cNvPicPr>
          <p:nvPr/>
        </p:nvPicPr>
        <p:blipFill>
          <a:blip xmlns:r="http://schemas.openxmlformats.org/officeDocument/2006/relationships" r:embed="rId8"/>
          <a:stretch>
            <a:fillRect/>
          </a:stretch>
        </p:blipFill>
        <p:spPr>
          <a:xfrm>
            <a:off x="10451592" y="4828032"/>
            <a:ext cx="3291840" cy="1517904"/>
          </a:xfrm>
          <a:prstGeom prst="rect"/>
        </p:spPr>
      </p:pic>
      <p:pic>
        <p:nvPicPr>
          <p:cNvPr id="2097202" name="Image 8" descr="preencoded.png"/>
          <p:cNvPicPr>
            <a:picLocks noChangeAspect="1"/>
          </p:cNvPicPr>
          <p:nvPr/>
        </p:nvPicPr>
        <p:blipFill>
          <a:blip xmlns:r="http://schemas.openxmlformats.org/officeDocument/2006/relationships" r:embed="rId9"/>
          <a:stretch>
            <a:fillRect/>
          </a:stretch>
        </p:blipFill>
        <p:spPr>
          <a:xfrm>
            <a:off x="877824" y="4809744"/>
            <a:ext cx="420624" cy="420624"/>
          </a:xfrm>
          <a:prstGeom prst="rect"/>
        </p:spPr>
      </p:pic>
      <p:pic>
        <p:nvPicPr>
          <p:cNvPr id="2097203" name="Image 9" descr="preencoded.png"/>
          <p:cNvPicPr>
            <a:picLocks noChangeAspect="1"/>
          </p:cNvPicPr>
          <p:nvPr/>
        </p:nvPicPr>
        <p:blipFill>
          <a:blip xmlns:r="http://schemas.openxmlformats.org/officeDocument/2006/relationships" r:embed="rId10"/>
          <a:stretch>
            <a:fillRect/>
          </a:stretch>
        </p:blipFill>
        <p:spPr>
          <a:xfrm>
            <a:off x="5367528" y="4809744"/>
            <a:ext cx="420624" cy="420624"/>
          </a:xfrm>
          <a:prstGeom prst="rect"/>
        </p:spPr>
      </p:pic>
      <p:pic>
        <p:nvPicPr>
          <p:cNvPr id="2097204" name="Image 10" descr="preencoded.png"/>
          <p:cNvPicPr>
            <a:picLocks noChangeAspect="1"/>
          </p:cNvPicPr>
          <p:nvPr/>
        </p:nvPicPr>
        <p:blipFill>
          <a:blip xmlns:r="http://schemas.openxmlformats.org/officeDocument/2006/relationships" r:embed="rId11"/>
          <a:stretch>
            <a:fillRect/>
          </a:stretch>
        </p:blipFill>
        <p:spPr>
          <a:xfrm>
            <a:off x="9857232" y="4809744"/>
            <a:ext cx="420624" cy="420624"/>
          </a:xfrm>
          <a:prstGeom prst="rect"/>
        </p:spPr>
      </p:pic>
      <p:sp>
        <p:nvSpPr>
          <p:cNvPr id="1048671" name="Text 0"/>
          <p:cNvSpPr/>
          <p:nvPr/>
        </p:nvSpPr>
        <p:spPr>
          <a:xfrm>
            <a:off x="685800" y="3785616"/>
            <a:ext cx="13267944" cy="612648"/>
          </a:xfrm>
          <a:prstGeom prst="rect"/>
          <a:noFill/>
        </p:spPr>
        <p:txBody>
          <a:bodyPr anchor="ctr" bIns="0" lIns="0" rIns="0" rtlCol="0" tIns="0" wrap="none"/>
          <a:p>
            <a:pPr algn="l" indent="0" marL="0">
              <a:lnSpc>
                <a:spcPts val="4800"/>
              </a:lnSpc>
              <a:buNone/>
            </a:pPr>
            <a:r>
              <a:rPr dirty="0" sz="3840" lang="en-US">
                <a:solidFill>
                  <a:srgbClr val="1B3E88"/>
                </a:solidFill>
                <a:latin typeface="思源黑体-Regular" pitchFamily="34" charset="0"/>
                <a:ea typeface="思源黑体-Regular" pitchFamily="34" charset="-122"/>
                <a:cs typeface="思源黑体-Regular" pitchFamily="34" charset="-120"/>
              </a:rPr>
              <a:t>Digital Portfolios: A Solution for Visibility</a:t>
            </a:r>
            <a:endParaRPr dirty="0" sz="3840" lang="en-US"/>
          </a:p>
        </p:txBody>
      </p:sp>
      <p:sp>
        <p:nvSpPr>
          <p:cNvPr id="1048672" name="Text 1"/>
          <p:cNvSpPr/>
          <p:nvPr/>
        </p:nvSpPr>
        <p:spPr>
          <a:xfrm>
            <a:off x="1024128" y="4846320"/>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1</a:t>
            </a:r>
            <a:endParaRPr dirty="0" sz="1920" lang="en-US"/>
          </a:p>
        </p:txBody>
      </p:sp>
      <p:sp>
        <p:nvSpPr>
          <p:cNvPr id="1048673" name="Text 2"/>
          <p:cNvSpPr/>
          <p:nvPr/>
        </p:nvSpPr>
        <p:spPr>
          <a:xfrm>
            <a:off x="1481328" y="4828032"/>
            <a:ext cx="3291840" cy="612648"/>
          </a:xfrm>
          <a:prstGeom prst="rect"/>
          <a:noFill/>
        </p:spPr>
        <p:txBody>
          <a:bodyPr anchor="ctr" bIns="0" lIns="0" rIns="0" rtlCol="0" tIns="0" wrap="squar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Traditional Resumes Limit Visibility</a:t>
            </a:r>
            <a:endParaRPr dirty="0" sz="1920" lang="en-US"/>
          </a:p>
        </p:txBody>
      </p:sp>
      <p:sp>
        <p:nvSpPr>
          <p:cNvPr id="1048674" name="Text 3"/>
          <p:cNvSpPr/>
          <p:nvPr/>
        </p:nvSpPr>
        <p:spPr>
          <a:xfrm>
            <a:off x="1481328" y="5614416"/>
            <a:ext cx="3291840"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Traditional resumes can be limiting in terms of visibility, especially with applicant tracking systems and online job platforms. </a:t>
            </a:r>
            <a:endParaRPr dirty="0" sz="1530" lang="en-US"/>
          </a:p>
        </p:txBody>
      </p:sp>
      <p:sp>
        <p:nvSpPr>
          <p:cNvPr id="1048675" name="Text 4"/>
          <p:cNvSpPr/>
          <p:nvPr/>
        </p:nvSpPr>
        <p:spPr>
          <a:xfrm>
            <a:off x="5513832" y="4846320"/>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2</a:t>
            </a:r>
            <a:endParaRPr dirty="0" sz="1920" lang="en-US"/>
          </a:p>
        </p:txBody>
      </p:sp>
      <p:sp>
        <p:nvSpPr>
          <p:cNvPr id="1048676" name="Text 5"/>
          <p:cNvSpPr/>
          <p:nvPr/>
        </p:nvSpPr>
        <p:spPr>
          <a:xfrm>
            <a:off x="5971032" y="4828032"/>
            <a:ext cx="329184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Lack of Online Presence</a:t>
            </a:r>
            <a:endParaRPr dirty="0" sz="1920" lang="en-US"/>
          </a:p>
        </p:txBody>
      </p:sp>
      <p:sp>
        <p:nvSpPr>
          <p:cNvPr id="1048677" name="Text 6"/>
          <p:cNvSpPr/>
          <p:nvPr/>
        </p:nvSpPr>
        <p:spPr>
          <a:xfrm>
            <a:off x="5971032" y="5303520"/>
            <a:ext cx="3291840"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Limited or no visibility on digital platforms, making it hard to reach a wider audience.</a:t>
            </a:r>
            <a:endParaRPr dirty="0" sz="1530" lang="en-US"/>
          </a:p>
        </p:txBody>
      </p:sp>
      <p:sp>
        <p:nvSpPr>
          <p:cNvPr id="1048678" name="Text 7"/>
          <p:cNvSpPr/>
          <p:nvPr/>
        </p:nvSpPr>
        <p:spPr>
          <a:xfrm>
            <a:off x="9994392" y="4846320"/>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3</a:t>
            </a:r>
            <a:endParaRPr dirty="0" sz="1920" lang="en-US"/>
          </a:p>
        </p:txBody>
      </p:sp>
      <p:sp>
        <p:nvSpPr>
          <p:cNvPr id="1048679" name="Text 8"/>
          <p:cNvSpPr/>
          <p:nvPr/>
        </p:nvSpPr>
        <p:spPr>
          <a:xfrm>
            <a:off x="10451592" y="4828032"/>
            <a:ext cx="3291840" cy="612648"/>
          </a:xfrm>
          <a:prstGeom prst="rect"/>
          <a:noFill/>
        </p:spPr>
        <p:txBody>
          <a:bodyPr anchor="ctr" bIns="0" lIns="0" rIns="0" rtlCol="0" tIns="0" wrap="squar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Digital Portfolios Offer Solutions</a:t>
            </a:r>
            <a:endParaRPr dirty="0" sz="1920" lang="en-US"/>
          </a:p>
        </p:txBody>
      </p:sp>
      <p:sp>
        <p:nvSpPr>
          <p:cNvPr id="1048680" name="Text 9"/>
          <p:cNvSpPr/>
          <p:nvPr/>
        </p:nvSpPr>
        <p:spPr>
          <a:xfrm>
            <a:off x="10451592" y="5614416"/>
            <a:ext cx="3291840" cy="731520"/>
          </a:xfrm>
          <a:prstGeom prst="rect"/>
          <a:noFill/>
        </p:spPr>
        <p:txBody>
          <a:bodyPr anchor="ctr" bIns="0" lIns="0" rIns="0" rtlCol="0" tIns="0" wrap="square"/>
          <a:p>
            <a:pPr algn="l" indent="0" marL="0">
              <a:lnSpc>
                <a:spcPts val="1920"/>
              </a:lnSpc>
              <a:buNone/>
            </a:pPr>
            <a:r>
              <a:rPr dirty="0" sz="1530" lang="en-US"/>
              <a:t>Showcase work, skills, and accomplishments online, increasing visibility and accessibility.</a:t>
            </a:r>
            <a:endParaRPr dirty="0" sz="153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45" name=""/>
        <p:cNvGrpSpPr/>
        <p:nvPr/>
      </p:nvGrpSpPr>
      <p:grpSpPr>
        <a:xfrm>
          <a:off x="0" y="0"/>
          <a:ext cx="0" cy="0"/>
          <a:chOff x="0" y="0"/>
          <a:chExt cx="0" cy="0"/>
        </a:xfrm>
      </p:grpSpPr>
      <p:pic>
        <p:nvPicPr>
          <p:cNvPr id="2097205" name="Image 0" descr="preencoded.png"/>
          <p:cNvPicPr>
            <a:picLocks noChangeAspect="1"/>
          </p:cNvPicPr>
          <p:nvPr/>
        </p:nvPicPr>
        <p:blipFill>
          <a:blip xmlns:r="http://schemas.openxmlformats.org/officeDocument/2006/relationships" r:embed="rId1"/>
          <a:srcRect t="180" b="180"/>
          <a:stretch>
            <a:fillRect/>
          </a:stretch>
        </p:blipFill>
        <p:spPr>
          <a:xfrm>
            <a:off x="0" y="0"/>
            <a:ext cx="14630400" cy="8238744"/>
          </a:xfrm>
          <a:prstGeom prst="rect"/>
        </p:spPr>
      </p:pic>
      <p:pic>
        <p:nvPicPr>
          <p:cNvPr id="2097206" name="Image 1" descr="preencoded.png"/>
          <p:cNvPicPr>
            <a:picLocks noChangeAspect="1"/>
          </p:cNvPicPr>
          <p:nvPr/>
        </p:nvPicPr>
        <p:blipFill>
          <a:blip xmlns:r="http://schemas.openxmlformats.org/officeDocument/2006/relationships" r:embed="rId2"/>
          <a:stretch>
            <a:fillRect/>
          </a:stretch>
        </p:blipFill>
        <p:spPr>
          <a:xfrm>
            <a:off x="795528" y="2514600"/>
            <a:ext cx="4005072" cy="2642616"/>
          </a:xfrm>
          <a:prstGeom prst="rect"/>
        </p:spPr>
      </p:pic>
      <p:pic>
        <p:nvPicPr>
          <p:cNvPr id="2097207" name="Image 2" descr="preencoded.png"/>
          <p:cNvPicPr>
            <a:picLocks noChangeAspect="1"/>
          </p:cNvPicPr>
          <p:nvPr/>
        </p:nvPicPr>
        <p:blipFill>
          <a:blip xmlns:r="http://schemas.openxmlformats.org/officeDocument/2006/relationships" r:embed="rId3"/>
          <a:stretch>
            <a:fillRect/>
          </a:stretch>
        </p:blipFill>
        <p:spPr>
          <a:xfrm>
            <a:off x="5321808" y="2514600"/>
            <a:ext cx="4005072" cy="2642616"/>
          </a:xfrm>
          <a:prstGeom prst="rect"/>
        </p:spPr>
      </p:pic>
      <p:pic>
        <p:nvPicPr>
          <p:cNvPr id="2097208" name="Image 3" descr="preencoded.png"/>
          <p:cNvPicPr>
            <a:picLocks noChangeAspect="1"/>
          </p:cNvPicPr>
          <p:nvPr/>
        </p:nvPicPr>
        <p:blipFill>
          <a:blip xmlns:r="http://schemas.openxmlformats.org/officeDocument/2006/relationships" r:embed="rId4"/>
          <a:stretch>
            <a:fillRect/>
          </a:stretch>
        </p:blipFill>
        <p:spPr>
          <a:xfrm>
            <a:off x="9838944" y="2514600"/>
            <a:ext cx="4005072" cy="2642616"/>
          </a:xfrm>
          <a:prstGeom prst="rect"/>
        </p:spPr>
      </p:pic>
      <p:sp>
        <p:nvSpPr>
          <p:cNvPr id="1048684" name="Text 0"/>
          <p:cNvSpPr/>
          <p:nvPr/>
        </p:nvSpPr>
        <p:spPr>
          <a:xfrm>
            <a:off x="685800" y="1572768"/>
            <a:ext cx="13267944" cy="612648"/>
          </a:xfrm>
          <a:prstGeom prst="rect"/>
          <a:noFill/>
        </p:spPr>
        <p:txBody>
          <a:bodyPr anchor="ctr" bIns="0" lIns="0" rIns="0" rtlCol="0" tIns="0" wrap="none"/>
          <a:p>
            <a:pPr algn="l" indent="0" marL="0">
              <a:lnSpc>
                <a:spcPts val="4800"/>
              </a:lnSpc>
              <a:buNone/>
            </a:pPr>
            <a:r>
              <a:rPr dirty="0" sz="3840" lang="en-US">
                <a:solidFill>
                  <a:srgbClr val="1B3E88"/>
                </a:solidFill>
                <a:latin typeface="思源黑体-Regular" pitchFamily="34" charset="0"/>
                <a:ea typeface="思源黑体-Regular" pitchFamily="34" charset="-122"/>
                <a:cs typeface="思源黑体-Regular" pitchFamily="34" charset="-120"/>
              </a:rPr>
              <a:t>Digital Portal Project Overview</a:t>
            </a:r>
            <a:endParaRPr dirty="0" sz="3840" lang="en-US"/>
          </a:p>
        </p:txBody>
      </p:sp>
      <p:sp>
        <p:nvSpPr>
          <p:cNvPr id="1048685" name="Text 1"/>
          <p:cNvSpPr/>
          <p:nvPr/>
        </p:nvSpPr>
        <p:spPr>
          <a:xfrm>
            <a:off x="795528" y="5349240"/>
            <a:ext cx="4005072" cy="310896"/>
          </a:xfrm>
          <a:prstGeom prst="rect"/>
          <a:noFill/>
        </p:spPr>
        <p:txBody>
          <a:bodyPr anchor="ctr" bIns="0" lIns="0" rIns="0" rtlCol="0" tIns="0" wrap="none"/>
          <a:p>
            <a:pPr algn="ct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Centralized Access</a:t>
            </a:r>
            <a:endParaRPr dirty="0" sz="1920" lang="en-US"/>
          </a:p>
        </p:txBody>
      </p:sp>
      <p:sp>
        <p:nvSpPr>
          <p:cNvPr id="1048686" name="Text 2"/>
          <p:cNvSpPr/>
          <p:nvPr/>
        </p:nvSpPr>
        <p:spPr>
          <a:xfrm>
            <a:off x="795528" y="5824728"/>
            <a:ext cx="4005072" cy="731520"/>
          </a:xfrm>
          <a:prstGeom prst="rect"/>
          <a:noFill/>
        </p:spPr>
        <p:txBody>
          <a:bodyPr anchor="ctr" bIns="0" lIns="0" rIns="0" rtlCol="0" tIns="0" wrap="square"/>
          <a:p>
            <a:pPr algn="ct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Single-point entry or control, streamlining management and security.</a:t>
            </a:r>
            <a:endParaRPr dirty="0" sz="1530" lang="en-US"/>
          </a:p>
        </p:txBody>
      </p:sp>
      <p:sp>
        <p:nvSpPr>
          <p:cNvPr id="1048687" name="Text 3"/>
          <p:cNvSpPr/>
          <p:nvPr/>
        </p:nvSpPr>
        <p:spPr>
          <a:xfrm>
            <a:off x="5321808" y="5349240"/>
            <a:ext cx="4005072" cy="310896"/>
          </a:xfrm>
          <a:prstGeom prst="rect"/>
          <a:noFill/>
        </p:spPr>
        <p:txBody>
          <a:bodyPr anchor="ctr" bIns="0" lIns="0" rIns="0" rtlCol="0" tIns="0" wrap="none"/>
          <a:p>
            <a:pPr algn="ct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Enhanced User Experience</a:t>
            </a:r>
            <a:endParaRPr dirty="0" sz="1920" lang="en-US"/>
          </a:p>
        </p:txBody>
      </p:sp>
      <p:sp>
        <p:nvSpPr>
          <p:cNvPr id="1048688" name="Text 4"/>
          <p:cNvSpPr/>
          <p:nvPr/>
        </p:nvSpPr>
        <p:spPr>
          <a:xfrm>
            <a:off x="5321808" y="5824728"/>
            <a:ext cx="4005072" cy="731520"/>
          </a:xfrm>
          <a:prstGeom prst="rect"/>
          <a:noFill/>
        </p:spPr>
        <p:txBody>
          <a:bodyPr anchor="ctr" bIns="0" lIns="0" rIns="0" rtlCol="0" tIns="0" wrap="square"/>
          <a:p>
            <a:pPr algn="ct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Intuitive, seamless, and engaging interactions that meet user needs and expectations.</a:t>
            </a:r>
            <a:endParaRPr dirty="0" sz="1530" lang="en-US"/>
          </a:p>
        </p:txBody>
      </p:sp>
      <p:sp>
        <p:nvSpPr>
          <p:cNvPr id="1048689" name="Text 5"/>
          <p:cNvSpPr/>
          <p:nvPr/>
        </p:nvSpPr>
        <p:spPr>
          <a:xfrm>
            <a:off x="9838944" y="5349240"/>
            <a:ext cx="4005072" cy="310896"/>
          </a:xfrm>
          <a:prstGeom prst="rect"/>
          <a:noFill/>
        </p:spPr>
        <p:txBody>
          <a:bodyPr anchor="ctr" bIns="0" lIns="0" rIns="0" rtlCol="0" tIns="0" wrap="none"/>
          <a:p>
            <a:pPr algn="ct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Scalable Foundation</a:t>
            </a:r>
            <a:endParaRPr dirty="0" sz="1920" lang="en-US"/>
          </a:p>
        </p:txBody>
      </p:sp>
      <p:sp>
        <p:nvSpPr>
          <p:cNvPr id="1048690" name="Text 6"/>
          <p:cNvSpPr/>
          <p:nvPr/>
        </p:nvSpPr>
        <p:spPr>
          <a:xfrm>
            <a:off x="9838944" y="5824728"/>
            <a:ext cx="4005072" cy="731520"/>
          </a:xfrm>
          <a:prstGeom prst="rect"/>
          <a:noFill/>
        </p:spPr>
        <p:txBody>
          <a:bodyPr anchor="ctr" bIns="0" lIns="0" rIns="0" rtlCol="0" tIns="0" wrap="square"/>
          <a:p>
            <a:pPr algn="ct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A flexible and adaptable base that supports growth, expansion, and increased demands.</a:t>
            </a:r>
            <a:endParaRPr dirty="0" sz="153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48" name=""/>
        <p:cNvGrpSpPr/>
        <p:nvPr/>
      </p:nvGrpSpPr>
      <p:grpSpPr>
        <a:xfrm>
          <a:off x="0" y="0"/>
          <a:ext cx="0" cy="0"/>
          <a:chOff x="0" y="0"/>
          <a:chExt cx="0" cy="0"/>
        </a:xfrm>
      </p:grpSpPr>
      <p:pic>
        <p:nvPicPr>
          <p:cNvPr id="2097209" name="Image 0" descr="preencoded.png"/>
          <p:cNvPicPr>
            <a:picLocks noChangeAspect="1"/>
          </p:cNvPicPr>
          <p:nvPr/>
        </p:nvPicPr>
        <p:blipFill>
          <a:blip xmlns:r="http://schemas.openxmlformats.org/officeDocument/2006/relationships" r:embed="rId1"/>
          <a:srcRect t="14850" b="14850"/>
          <a:stretch>
            <a:fillRect/>
          </a:stretch>
        </p:blipFill>
        <p:spPr>
          <a:xfrm>
            <a:off x="0" y="0"/>
            <a:ext cx="14630400" cy="8284425"/>
          </a:xfrm>
          <a:prstGeom prst="rect"/>
        </p:spPr>
      </p:pic>
      <p:pic>
        <p:nvPicPr>
          <p:cNvPr id="2097210" name="Image 1" descr="preencoded.png"/>
          <p:cNvPicPr>
            <a:picLocks noChangeAspect="1"/>
          </p:cNvPicPr>
          <p:nvPr/>
        </p:nvPicPr>
        <p:blipFill>
          <a:blip xmlns:r="http://schemas.openxmlformats.org/officeDocument/2006/relationships" r:embed="rId2"/>
          <a:stretch>
            <a:fillRect/>
          </a:stretch>
        </p:blipFill>
        <p:spPr>
          <a:xfrm>
            <a:off x="5001768" y="2212848"/>
            <a:ext cx="4645152" cy="4645152"/>
          </a:xfrm>
          <a:prstGeom prst="rect"/>
        </p:spPr>
      </p:pic>
      <p:pic>
        <p:nvPicPr>
          <p:cNvPr id="2097211" name="Image 2" descr="preencoded.png"/>
          <p:cNvPicPr>
            <a:picLocks noChangeAspect="1"/>
          </p:cNvPicPr>
          <p:nvPr/>
        </p:nvPicPr>
        <p:blipFill>
          <a:blip xmlns:r="http://schemas.openxmlformats.org/officeDocument/2006/relationships" r:embed="rId3"/>
          <a:stretch>
            <a:fillRect/>
          </a:stretch>
        </p:blipFill>
        <p:spPr>
          <a:xfrm>
            <a:off x="5001768" y="2212848"/>
            <a:ext cx="4645152" cy="4645152"/>
          </a:xfrm>
          <a:prstGeom prst="rect"/>
        </p:spPr>
      </p:pic>
      <p:pic>
        <p:nvPicPr>
          <p:cNvPr id="2097212" name="Image 3" descr="preencoded.png"/>
          <p:cNvPicPr>
            <a:picLocks noChangeAspect="1"/>
          </p:cNvPicPr>
          <p:nvPr/>
        </p:nvPicPr>
        <p:blipFill>
          <a:blip xmlns:r="http://schemas.openxmlformats.org/officeDocument/2006/relationships" r:embed="rId4"/>
          <a:stretch>
            <a:fillRect/>
          </a:stretch>
        </p:blipFill>
        <p:spPr>
          <a:xfrm>
            <a:off x="5001768" y="2212848"/>
            <a:ext cx="4645152" cy="4645152"/>
          </a:xfrm>
          <a:prstGeom prst="rect"/>
        </p:spPr>
      </p:pic>
      <p:pic>
        <p:nvPicPr>
          <p:cNvPr id="2097213" name="Image 4" descr="preencoded.png"/>
          <p:cNvPicPr>
            <a:picLocks noChangeAspect="1"/>
          </p:cNvPicPr>
          <p:nvPr/>
        </p:nvPicPr>
        <p:blipFill>
          <a:blip xmlns:r="http://schemas.openxmlformats.org/officeDocument/2006/relationships" r:embed="rId5"/>
          <a:stretch>
            <a:fillRect/>
          </a:stretch>
        </p:blipFill>
        <p:spPr>
          <a:xfrm>
            <a:off x="5001768" y="2212848"/>
            <a:ext cx="4645152" cy="4645152"/>
          </a:xfrm>
          <a:prstGeom prst="rect"/>
        </p:spPr>
      </p:pic>
      <p:sp>
        <p:nvSpPr>
          <p:cNvPr id="1048694" name="Text 0"/>
          <p:cNvSpPr/>
          <p:nvPr/>
        </p:nvSpPr>
        <p:spPr>
          <a:xfrm>
            <a:off x="685800" y="1380744"/>
            <a:ext cx="13267944" cy="612648"/>
          </a:xfrm>
          <a:prstGeom prst="rect"/>
          <a:noFill/>
        </p:spPr>
        <p:txBody>
          <a:bodyPr anchor="ctr" bIns="0" lIns="0" rIns="0" rtlCol="0" tIns="0" wrap="none"/>
          <a:p>
            <a:pPr algn="l" indent="0" marL="0">
              <a:lnSpc>
                <a:spcPts val="4800"/>
              </a:lnSpc>
              <a:buNone/>
            </a:pPr>
            <a:r>
              <a:rPr dirty="0" sz="3840" lang="en-US">
                <a:solidFill>
                  <a:srgbClr val="1B3E88"/>
                </a:solidFill>
                <a:latin typeface="思源黑体-Regular" pitchFamily="34" charset="0"/>
                <a:ea typeface="思源黑体-Regular" pitchFamily="34" charset="-122"/>
                <a:cs typeface="思源黑体-Regular" pitchFamily="34" charset="-120"/>
              </a:rPr>
              <a:t>End Users</a:t>
            </a:r>
            <a:endParaRPr dirty="0" sz="3840" lang="en-US"/>
          </a:p>
        </p:txBody>
      </p:sp>
      <p:sp>
        <p:nvSpPr>
          <p:cNvPr id="1048695" name="Text 1"/>
          <p:cNvSpPr/>
          <p:nvPr/>
        </p:nvSpPr>
        <p:spPr>
          <a:xfrm>
            <a:off x="786384" y="2670048"/>
            <a:ext cx="3922776" cy="310896"/>
          </a:xfrm>
          <a:prstGeom prst="rect"/>
          <a:noFill/>
        </p:spPr>
        <p:txBody>
          <a:bodyPr anchor="ctr" bIns="0" lIns="0" rIns="0" rtlCol="0" tIns="0" wrap="none"/>
          <a:p>
            <a:pPr algn="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Students</a:t>
            </a:r>
            <a:endParaRPr dirty="0" sz="1920" lang="en-US"/>
          </a:p>
        </p:txBody>
      </p:sp>
      <p:sp>
        <p:nvSpPr>
          <p:cNvPr id="1048696" name="Text 2"/>
          <p:cNvSpPr/>
          <p:nvPr/>
        </p:nvSpPr>
        <p:spPr>
          <a:xfrm>
            <a:off x="786384" y="3200400"/>
            <a:ext cx="3922776" cy="731520"/>
          </a:xfrm>
          <a:prstGeom prst="rect"/>
          <a:noFill/>
        </p:spPr>
        <p:txBody>
          <a:bodyPr anchor="ctr" bIns="0" lIns="0" rIns="0" rtlCol="0" tIns="0" wrap="square"/>
          <a:p>
            <a:pPr algn="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T</a:t>
            </a:r>
            <a:r>
              <a:rPr dirty="0" sz="1530" lang="en-US">
                <a:solidFill>
                  <a:srgbClr val="000000"/>
                </a:solidFill>
                <a:latin typeface="思源黑体-Medium" pitchFamily="34" charset="0"/>
                <a:ea typeface="思源黑体-Medium" pitchFamily="34" charset="-122"/>
                <a:cs typeface="思源黑体-Medium" pitchFamily="34" charset="-120"/>
              </a:rPr>
              <a:t>he ultimate target audience for educational products, services, or systems, directly benefiting from or impacted by thei</a:t>
            </a:r>
            <a:r>
              <a:rPr dirty="0" sz="1530" lang="en-US">
                <a:solidFill>
                  <a:srgbClr val="000000"/>
                </a:solidFill>
                <a:latin typeface="思源黑体-Medium" pitchFamily="34" charset="0"/>
                <a:ea typeface="思源黑体-Medium" pitchFamily="34" charset="-122"/>
                <a:cs typeface="思源黑体-Medium" pitchFamily="34" charset="-120"/>
              </a:rPr>
              <a:t>r</a:t>
            </a:r>
            <a:r>
              <a:rPr dirty="0" sz="1530" lang="en-US">
                <a:solidFill>
                  <a:srgbClr val="000000"/>
                </a:solidFill>
                <a:latin typeface="思源黑体-Medium" pitchFamily="34" charset="0"/>
                <a:ea typeface="思源黑体-Medium" pitchFamily="34" charset="-122"/>
                <a:cs typeface="思源黑体-Medium" pitchFamily="34" charset="-120"/>
              </a:rPr>
              <a:t> </a:t>
            </a:r>
            <a:r>
              <a:rPr dirty="0" sz="1530" lang="en-US">
                <a:solidFill>
                  <a:srgbClr val="000000"/>
                </a:solidFill>
                <a:latin typeface="思源黑体-Medium" pitchFamily="34" charset="0"/>
                <a:ea typeface="思源黑体-Medium" pitchFamily="34" charset="-122"/>
                <a:cs typeface="思源黑体-Medium" pitchFamily="34" charset="-120"/>
              </a:rPr>
              <a:t>and functionality.</a:t>
            </a:r>
            <a:r>
              <a:rPr dirty="0" sz="1530" lang="en-US">
                <a:solidFill>
                  <a:srgbClr val="000000"/>
                </a:solidFill>
                <a:latin typeface="思源黑体-Medium" pitchFamily="34" charset="0"/>
                <a:ea typeface="思源黑体-Medium" pitchFamily="34" charset="-122"/>
                <a:cs typeface="思源黑体-Medium" pitchFamily="34" charset="-120"/>
              </a:rPr>
              <a:t> </a:t>
            </a:r>
            <a:endParaRPr dirty="0" sz="1530" lang="en-US"/>
          </a:p>
        </p:txBody>
      </p:sp>
      <p:sp>
        <p:nvSpPr>
          <p:cNvPr id="1048697" name="Text 3"/>
          <p:cNvSpPr/>
          <p:nvPr/>
        </p:nvSpPr>
        <p:spPr>
          <a:xfrm>
            <a:off x="786384" y="5138928"/>
            <a:ext cx="3922776" cy="310896"/>
          </a:xfrm>
          <a:prstGeom prst="rect"/>
          <a:noFill/>
        </p:spPr>
        <p:txBody>
          <a:bodyPr anchor="ctr" bIns="0" lIns="0" rIns="0" rtlCol="0" tIns="0" wrap="none"/>
          <a:p>
            <a:pPr algn="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Employers</a:t>
            </a:r>
            <a:endParaRPr dirty="0" sz="1920" lang="en-US"/>
          </a:p>
        </p:txBody>
      </p:sp>
      <p:sp>
        <p:nvSpPr>
          <p:cNvPr id="1048698" name="Text 4"/>
          <p:cNvSpPr/>
          <p:nvPr/>
        </p:nvSpPr>
        <p:spPr>
          <a:xfrm>
            <a:off x="786384" y="5669280"/>
            <a:ext cx="3922776" cy="731520"/>
          </a:xfrm>
          <a:prstGeom prst="rect"/>
          <a:noFill/>
        </p:spPr>
        <p:txBody>
          <a:bodyPr anchor="ctr" bIns="0" lIns="0" rIns="0" rtlCol="0" tIns="0" wrap="square"/>
          <a:p>
            <a:pPr algn="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Individuals within an organization who directly interact with and utilize a product, service, or system to perform their job functions.</a:t>
            </a:r>
            <a:endParaRPr dirty="0" sz="1530" lang="en-US"/>
          </a:p>
        </p:txBody>
      </p:sp>
      <p:sp>
        <p:nvSpPr>
          <p:cNvPr id="1048699" name="Text 5"/>
          <p:cNvSpPr/>
          <p:nvPr/>
        </p:nvSpPr>
        <p:spPr>
          <a:xfrm>
            <a:off x="6099048" y="3209544"/>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1</a:t>
            </a:r>
            <a:endParaRPr dirty="0" sz="1920" lang="en-US"/>
          </a:p>
        </p:txBody>
      </p:sp>
      <p:sp>
        <p:nvSpPr>
          <p:cNvPr id="1048700" name="Text 6"/>
          <p:cNvSpPr/>
          <p:nvPr/>
        </p:nvSpPr>
        <p:spPr>
          <a:xfrm>
            <a:off x="6099048" y="5504688"/>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4</a:t>
            </a:r>
            <a:endParaRPr dirty="0" sz="1920" lang="en-US"/>
          </a:p>
        </p:txBody>
      </p:sp>
      <p:sp>
        <p:nvSpPr>
          <p:cNvPr id="1048701" name="Text 7"/>
          <p:cNvSpPr/>
          <p:nvPr/>
        </p:nvSpPr>
        <p:spPr>
          <a:xfrm>
            <a:off x="8403336" y="3209544"/>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2</a:t>
            </a:r>
            <a:endParaRPr dirty="0" sz="1920" lang="en-US"/>
          </a:p>
        </p:txBody>
      </p:sp>
      <p:sp>
        <p:nvSpPr>
          <p:cNvPr id="1048702" name="Text 8"/>
          <p:cNvSpPr/>
          <p:nvPr/>
        </p:nvSpPr>
        <p:spPr>
          <a:xfrm>
            <a:off x="8403336" y="5504688"/>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3</a:t>
            </a:r>
            <a:endParaRPr dirty="0" sz="1920" lang="en-US"/>
          </a:p>
        </p:txBody>
      </p:sp>
      <p:sp>
        <p:nvSpPr>
          <p:cNvPr id="1048703" name="Text 9"/>
          <p:cNvSpPr/>
          <p:nvPr/>
        </p:nvSpPr>
        <p:spPr>
          <a:xfrm>
            <a:off x="9930384" y="2670048"/>
            <a:ext cx="3922776"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Professionals</a:t>
            </a:r>
            <a:endParaRPr dirty="0" sz="1920" lang="en-US"/>
          </a:p>
        </p:txBody>
      </p:sp>
      <p:sp>
        <p:nvSpPr>
          <p:cNvPr id="1048704" name="Text 10"/>
          <p:cNvSpPr/>
          <p:nvPr/>
        </p:nvSpPr>
        <p:spPr>
          <a:xfrm>
            <a:off x="9930384" y="3200400"/>
            <a:ext cx="3922776"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Experts or specialists who utilize a product, service, or system to achieve specific professional goals, enhance productivity, or perform complex tasks.</a:t>
            </a:r>
            <a:endParaRPr dirty="0" sz="1530" lang="en-US"/>
          </a:p>
        </p:txBody>
      </p:sp>
      <p:sp>
        <p:nvSpPr>
          <p:cNvPr id="1048705" name="Text 11"/>
          <p:cNvSpPr/>
          <p:nvPr/>
        </p:nvSpPr>
        <p:spPr>
          <a:xfrm>
            <a:off x="9930384" y="5138928"/>
            <a:ext cx="3922776"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Educators</a:t>
            </a:r>
            <a:endParaRPr dirty="0" sz="1920" lang="en-US"/>
          </a:p>
        </p:txBody>
      </p:sp>
      <p:sp>
        <p:nvSpPr>
          <p:cNvPr id="1048706" name="Text 12"/>
          <p:cNvSpPr/>
          <p:nvPr/>
        </p:nvSpPr>
        <p:spPr>
          <a:xfrm>
            <a:off x="9930384" y="5669280"/>
            <a:ext cx="3922776"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Teachers, instructors, or trainers who utilize a product, service, or system to support teaching, lesson planning, and student learning outcomes.</a:t>
            </a:r>
            <a:endParaRPr dirty="0" sz="153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51" name=""/>
        <p:cNvGrpSpPr/>
        <p:nvPr/>
      </p:nvGrpSpPr>
      <p:grpSpPr>
        <a:xfrm>
          <a:off x="0" y="0"/>
          <a:ext cx="0" cy="0"/>
          <a:chOff x="0" y="0"/>
          <a:chExt cx="0" cy="0"/>
        </a:xfrm>
      </p:grpSpPr>
      <p:pic>
        <p:nvPicPr>
          <p:cNvPr id="2097214" name="Image 0" descr="preencoded.png"/>
          <p:cNvPicPr>
            <a:picLocks noChangeAspect="1"/>
          </p:cNvPicPr>
          <p:nvPr/>
        </p:nvPicPr>
        <p:blipFill>
          <a:blip xmlns:r="http://schemas.openxmlformats.org/officeDocument/2006/relationships" r:embed="rId1"/>
          <a:srcRect t="12628" b="12628"/>
          <a:stretch>
            <a:fillRect/>
          </a:stretch>
        </p:blipFill>
        <p:spPr>
          <a:xfrm>
            <a:off x="0" y="0"/>
            <a:ext cx="14630400" cy="8238744"/>
          </a:xfrm>
          <a:prstGeom prst="rect"/>
        </p:spPr>
      </p:pic>
      <p:pic>
        <p:nvPicPr>
          <p:cNvPr id="2097215" name="Image 1" descr="preencoded.png"/>
          <p:cNvPicPr>
            <a:picLocks noChangeAspect="1"/>
          </p:cNvPicPr>
          <p:nvPr/>
        </p:nvPicPr>
        <p:blipFill>
          <a:blip xmlns:r="http://schemas.openxmlformats.org/officeDocument/2006/relationships" r:embed="rId2"/>
          <a:srcRect t="39465" b="39465"/>
          <a:stretch>
            <a:fillRect/>
          </a:stretch>
        </p:blipFill>
        <p:spPr>
          <a:xfrm>
            <a:off x="0" y="0"/>
            <a:ext cx="14630400" cy="2322576"/>
          </a:xfrm>
          <a:prstGeom prst="rect"/>
        </p:spPr>
      </p:pic>
      <p:pic>
        <p:nvPicPr>
          <p:cNvPr id="2097216" name="Image 2" descr="preencoded.png"/>
          <p:cNvPicPr>
            <a:picLocks noChangeAspect="1"/>
          </p:cNvPicPr>
          <p:nvPr/>
        </p:nvPicPr>
        <p:blipFill>
          <a:blip xmlns:r="http://schemas.openxmlformats.org/officeDocument/2006/relationships" r:embed="rId3"/>
          <a:stretch>
            <a:fillRect/>
          </a:stretch>
        </p:blipFill>
        <p:spPr>
          <a:xfrm>
            <a:off x="704088" y="4114800"/>
            <a:ext cx="6510528" cy="1362456"/>
          </a:xfrm>
          <a:prstGeom prst="rect"/>
        </p:spPr>
      </p:pic>
      <p:pic>
        <p:nvPicPr>
          <p:cNvPr id="2097217" name="Image 3" descr="preencoded.png"/>
          <p:cNvPicPr>
            <a:picLocks noChangeAspect="1"/>
          </p:cNvPicPr>
          <p:nvPr/>
        </p:nvPicPr>
        <p:blipFill>
          <a:blip xmlns:r="http://schemas.openxmlformats.org/officeDocument/2006/relationships" r:embed="rId4"/>
          <a:stretch>
            <a:fillRect/>
          </a:stretch>
        </p:blipFill>
        <p:spPr>
          <a:xfrm>
            <a:off x="704088" y="5696712"/>
            <a:ext cx="6510528" cy="1362456"/>
          </a:xfrm>
          <a:prstGeom prst="rect"/>
        </p:spPr>
      </p:pic>
      <p:pic>
        <p:nvPicPr>
          <p:cNvPr id="2097218" name="Image 4" descr="preencoded.png"/>
          <p:cNvPicPr>
            <a:picLocks noChangeAspect="1"/>
          </p:cNvPicPr>
          <p:nvPr/>
        </p:nvPicPr>
        <p:blipFill>
          <a:blip xmlns:r="http://schemas.openxmlformats.org/officeDocument/2006/relationships" r:embed="rId5"/>
          <a:stretch>
            <a:fillRect/>
          </a:stretch>
        </p:blipFill>
        <p:spPr>
          <a:xfrm>
            <a:off x="7434072" y="4114800"/>
            <a:ext cx="6510528" cy="1362456"/>
          </a:xfrm>
          <a:prstGeom prst="rect"/>
        </p:spPr>
      </p:pic>
      <p:pic>
        <p:nvPicPr>
          <p:cNvPr id="2097219" name="Image 5" descr="preencoded.png"/>
          <p:cNvPicPr>
            <a:picLocks noChangeAspect="1"/>
          </p:cNvPicPr>
          <p:nvPr/>
        </p:nvPicPr>
        <p:blipFill>
          <a:blip xmlns:r="http://schemas.openxmlformats.org/officeDocument/2006/relationships" r:embed="rId6"/>
          <a:stretch>
            <a:fillRect/>
          </a:stretch>
        </p:blipFill>
        <p:spPr>
          <a:xfrm>
            <a:off x="7434072" y="5696712"/>
            <a:ext cx="6510528" cy="1362456"/>
          </a:xfrm>
          <a:prstGeom prst="rect"/>
        </p:spPr>
      </p:pic>
      <p:pic>
        <p:nvPicPr>
          <p:cNvPr id="2097220" name="Image 6" descr="preencoded.png"/>
          <p:cNvPicPr>
            <a:picLocks noChangeAspect="1"/>
          </p:cNvPicPr>
          <p:nvPr/>
        </p:nvPicPr>
        <p:blipFill>
          <a:blip xmlns:r="http://schemas.openxmlformats.org/officeDocument/2006/relationships" r:embed="rId7"/>
          <a:stretch>
            <a:fillRect/>
          </a:stretch>
        </p:blipFill>
        <p:spPr>
          <a:xfrm>
            <a:off x="1481328" y="4306824"/>
            <a:ext cx="5532120" cy="969264"/>
          </a:xfrm>
          <a:prstGeom prst="rect"/>
        </p:spPr>
      </p:pic>
      <p:pic>
        <p:nvPicPr>
          <p:cNvPr id="2097221" name="Image 7" descr="preencoded.png"/>
          <p:cNvPicPr>
            <a:picLocks noChangeAspect="1"/>
          </p:cNvPicPr>
          <p:nvPr/>
        </p:nvPicPr>
        <p:blipFill>
          <a:blip xmlns:r="http://schemas.openxmlformats.org/officeDocument/2006/relationships" r:embed="rId8"/>
          <a:stretch>
            <a:fillRect/>
          </a:stretch>
        </p:blipFill>
        <p:spPr>
          <a:xfrm>
            <a:off x="1481328" y="5888736"/>
            <a:ext cx="5532120" cy="969264"/>
          </a:xfrm>
          <a:prstGeom prst="rect"/>
        </p:spPr>
      </p:pic>
      <p:pic>
        <p:nvPicPr>
          <p:cNvPr id="2097222" name="Image 8" descr="preencoded.png"/>
          <p:cNvPicPr>
            <a:picLocks noChangeAspect="1"/>
          </p:cNvPicPr>
          <p:nvPr/>
        </p:nvPicPr>
        <p:blipFill>
          <a:blip xmlns:r="http://schemas.openxmlformats.org/officeDocument/2006/relationships" r:embed="rId9"/>
          <a:stretch>
            <a:fillRect/>
          </a:stretch>
        </p:blipFill>
        <p:spPr>
          <a:xfrm>
            <a:off x="8211312" y="4306824"/>
            <a:ext cx="5532120" cy="969264"/>
          </a:xfrm>
          <a:prstGeom prst="rect"/>
        </p:spPr>
      </p:pic>
      <p:pic>
        <p:nvPicPr>
          <p:cNvPr id="2097223" name="Image 9" descr="preencoded.png"/>
          <p:cNvPicPr>
            <a:picLocks noChangeAspect="1"/>
          </p:cNvPicPr>
          <p:nvPr/>
        </p:nvPicPr>
        <p:blipFill>
          <a:blip xmlns:r="http://schemas.openxmlformats.org/officeDocument/2006/relationships" r:embed="rId10"/>
          <a:stretch>
            <a:fillRect/>
          </a:stretch>
        </p:blipFill>
        <p:spPr>
          <a:xfrm>
            <a:off x="8211312" y="5888736"/>
            <a:ext cx="5532120" cy="969264"/>
          </a:xfrm>
          <a:prstGeom prst="rect"/>
        </p:spPr>
      </p:pic>
      <p:pic>
        <p:nvPicPr>
          <p:cNvPr id="2097224" name="Image 10" descr="preencoded.png"/>
          <p:cNvPicPr>
            <a:picLocks noChangeAspect="1"/>
          </p:cNvPicPr>
          <p:nvPr/>
        </p:nvPicPr>
        <p:blipFill>
          <a:blip xmlns:r="http://schemas.openxmlformats.org/officeDocument/2006/relationships" r:embed="rId11"/>
          <a:stretch>
            <a:fillRect/>
          </a:stretch>
        </p:blipFill>
        <p:spPr>
          <a:xfrm>
            <a:off x="877824" y="4297680"/>
            <a:ext cx="420624" cy="420624"/>
          </a:xfrm>
          <a:prstGeom prst="rect"/>
        </p:spPr>
      </p:pic>
      <p:pic>
        <p:nvPicPr>
          <p:cNvPr id="2097225" name="Image 11" descr="preencoded.png"/>
          <p:cNvPicPr>
            <a:picLocks noChangeAspect="1"/>
          </p:cNvPicPr>
          <p:nvPr/>
        </p:nvPicPr>
        <p:blipFill>
          <a:blip xmlns:r="http://schemas.openxmlformats.org/officeDocument/2006/relationships" r:embed="rId12"/>
          <a:stretch>
            <a:fillRect/>
          </a:stretch>
        </p:blipFill>
        <p:spPr>
          <a:xfrm>
            <a:off x="877824" y="5879592"/>
            <a:ext cx="420624" cy="420624"/>
          </a:xfrm>
          <a:prstGeom prst="rect"/>
        </p:spPr>
      </p:pic>
      <p:pic>
        <p:nvPicPr>
          <p:cNvPr id="2097226" name="Image 12" descr="preencoded.png"/>
          <p:cNvPicPr>
            <a:picLocks noChangeAspect="1"/>
          </p:cNvPicPr>
          <p:nvPr/>
        </p:nvPicPr>
        <p:blipFill>
          <a:blip xmlns:r="http://schemas.openxmlformats.org/officeDocument/2006/relationships" r:embed="rId13"/>
          <a:stretch>
            <a:fillRect/>
          </a:stretch>
        </p:blipFill>
        <p:spPr>
          <a:xfrm>
            <a:off x="7616952" y="4297680"/>
            <a:ext cx="420624" cy="420624"/>
          </a:xfrm>
          <a:prstGeom prst="rect"/>
        </p:spPr>
      </p:pic>
      <p:pic>
        <p:nvPicPr>
          <p:cNvPr id="2097227" name="Image 13" descr="preencoded.png"/>
          <p:cNvPicPr>
            <a:picLocks noChangeAspect="1"/>
          </p:cNvPicPr>
          <p:nvPr/>
        </p:nvPicPr>
        <p:blipFill>
          <a:blip xmlns:r="http://schemas.openxmlformats.org/officeDocument/2006/relationships" r:embed="rId14"/>
          <a:stretch>
            <a:fillRect/>
          </a:stretch>
        </p:blipFill>
        <p:spPr>
          <a:xfrm>
            <a:off x="7616952" y="5879592"/>
            <a:ext cx="420624" cy="420624"/>
          </a:xfrm>
          <a:prstGeom prst="rect"/>
        </p:spPr>
      </p:pic>
      <p:sp>
        <p:nvSpPr>
          <p:cNvPr id="1048710" name="Text 0"/>
          <p:cNvSpPr/>
          <p:nvPr/>
        </p:nvSpPr>
        <p:spPr>
          <a:xfrm>
            <a:off x="685800" y="3273552"/>
            <a:ext cx="13267944" cy="612648"/>
          </a:xfrm>
          <a:prstGeom prst="rect"/>
          <a:noFill/>
        </p:spPr>
        <p:txBody>
          <a:bodyPr anchor="ctr" bIns="0" lIns="0" rIns="0" rtlCol="0" tIns="0" wrap="none"/>
          <a:p>
            <a:pPr algn="l" indent="0" marL="0">
              <a:lnSpc>
                <a:spcPts val="4800"/>
              </a:lnSpc>
              <a:buNone/>
            </a:pPr>
            <a:r>
              <a:rPr dirty="0" sz="3840" lang="en-US">
                <a:solidFill>
                  <a:srgbClr val="008000"/>
                </a:solidFill>
                <a:latin typeface="思源黑体-Regular" pitchFamily="34" charset="0"/>
                <a:ea typeface="思源黑体-Regular" pitchFamily="34" charset="-122"/>
                <a:cs typeface="思源黑体-Regular" pitchFamily="34" charset="-120"/>
              </a:rPr>
              <a:t>Tools and Technologies</a:t>
            </a:r>
            <a:endParaRPr dirty="0" sz="3840" lang="en-US">
              <a:solidFill>
                <a:srgbClr val="008000"/>
              </a:solidFill>
            </a:endParaRPr>
          </a:p>
        </p:txBody>
      </p:sp>
      <p:sp>
        <p:nvSpPr>
          <p:cNvPr id="1048711" name="Text 1"/>
          <p:cNvSpPr/>
          <p:nvPr/>
        </p:nvSpPr>
        <p:spPr>
          <a:xfrm>
            <a:off x="1024128" y="4325112"/>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1</a:t>
            </a:r>
            <a:endParaRPr dirty="0" sz="1920" lang="en-US"/>
          </a:p>
        </p:txBody>
      </p:sp>
      <p:sp>
        <p:nvSpPr>
          <p:cNvPr id="1048712" name="Text 2"/>
          <p:cNvSpPr/>
          <p:nvPr/>
        </p:nvSpPr>
        <p:spPr>
          <a:xfrm>
            <a:off x="1481328" y="4306824"/>
            <a:ext cx="553212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HTML</a:t>
            </a:r>
            <a:endParaRPr dirty="0" sz="1920" lang="en-US"/>
          </a:p>
        </p:txBody>
      </p:sp>
      <p:sp>
        <p:nvSpPr>
          <p:cNvPr id="1048713" name="Text 3"/>
          <p:cNvSpPr/>
          <p:nvPr/>
        </p:nvSpPr>
        <p:spPr>
          <a:xfrm>
            <a:off x="1481328" y="4791456"/>
            <a:ext cx="5532120"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HyperText Markup Language, a standard markup language for creating web pages.</a:t>
            </a:r>
            <a:endParaRPr dirty="0" sz="1530" lang="en-US"/>
          </a:p>
        </p:txBody>
      </p:sp>
      <p:sp>
        <p:nvSpPr>
          <p:cNvPr id="1048714" name="Text 4"/>
          <p:cNvSpPr/>
          <p:nvPr/>
        </p:nvSpPr>
        <p:spPr>
          <a:xfrm>
            <a:off x="1024128" y="5907024"/>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3</a:t>
            </a:r>
            <a:endParaRPr dirty="0" sz="1920" lang="en-US"/>
          </a:p>
        </p:txBody>
      </p:sp>
      <p:sp>
        <p:nvSpPr>
          <p:cNvPr id="1048715" name="Text 5"/>
          <p:cNvSpPr/>
          <p:nvPr/>
        </p:nvSpPr>
        <p:spPr>
          <a:xfrm>
            <a:off x="1481328" y="5888736"/>
            <a:ext cx="553212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JavaScript</a:t>
            </a:r>
            <a:endParaRPr dirty="0" sz="1920" lang="en-US"/>
          </a:p>
        </p:txBody>
      </p:sp>
      <p:sp>
        <p:nvSpPr>
          <p:cNvPr id="1048716" name="Text 6"/>
          <p:cNvSpPr/>
          <p:nvPr/>
        </p:nvSpPr>
        <p:spPr>
          <a:xfrm>
            <a:off x="1481328" y="6373368"/>
            <a:ext cx="5532120"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A high-level programming language used for client-side scripting, creating interactive web pages, and dynamic user experiences.</a:t>
            </a:r>
            <a:endParaRPr dirty="0" sz="1530" lang="en-US"/>
          </a:p>
        </p:txBody>
      </p:sp>
      <p:sp>
        <p:nvSpPr>
          <p:cNvPr id="1048717" name="Text 7"/>
          <p:cNvSpPr/>
          <p:nvPr/>
        </p:nvSpPr>
        <p:spPr>
          <a:xfrm>
            <a:off x="7754112" y="4325112"/>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2</a:t>
            </a:r>
            <a:endParaRPr dirty="0" sz="1920" lang="en-US"/>
          </a:p>
        </p:txBody>
      </p:sp>
      <p:sp>
        <p:nvSpPr>
          <p:cNvPr id="1048718" name="Text 8"/>
          <p:cNvSpPr/>
          <p:nvPr/>
        </p:nvSpPr>
        <p:spPr>
          <a:xfrm>
            <a:off x="8211312" y="4306824"/>
            <a:ext cx="553212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CSS</a:t>
            </a:r>
            <a:endParaRPr dirty="0" sz="1920" lang="en-US"/>
          </a:p>
        </p:txBody>
      </p:sp>
      <p:sp>
        <p:nvSpPr>
          <p:cNvPr id="1048719" name="Text 9"/>
          <p:cNvSpPr/>
          <p:nvPr/>
        </p:nvSpPr>
        <p:spPr>
          <a:xfrm>
            <a:off x="8211312" y="4791456"/>
            <a:ext cx="5532120"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Cascading Style Sheets, a styling language used to control layout and visual appearance of web pages.</a:t>
            </a:r>
            <a:endParaRPr dirty="0" sz="1530" lang="en-US"/>
          </a:p>
        </p:txBody>
      </p:sp>
      <p:sp>
        <p:nvSpPr>
          <p:cNvPr id="1048720" name="Text 10"/>
          <p:cNvSpPr/>
          <p:nvPr/>
        </p:nvSpPr>
        <p:spPr>
          <a:xfrm>
            <a:off x="7754112" y="5907024"/>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4</a:t>
            </a:r>
            <a:endParaRPr dirty="0" sz="1920" lang="en-US"/>
          </a:p>
        </p:txBody>
      </p:sp>
      <p:sp>
        <p:nvSpPr>
          <p:cNvPr id="1048721" name="Text 11"/>
          <p:cNvSpPr/>
          <p:nvPr/>
        </p:nvSpPr>
        <p:spPr>
          <a:xfrm>
            <a:off x="8211312" y="5888736"/>
            <a:ext cx="553212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Frameworks</a:t>
            </a:r>
            <a:endParaRPr dirty="0" sz="1920" lang="en-US"/>
          </a:p>
        </p:txBody>
      </p:sp>
      <p:sp>
        <p:nvSpPr>
          <p:cNvPr id="1048722" name="Text 12"/>
          <p:cNvSpPr/>
          <p:nvPr/>
        </p:nvSpPr>
        <p:spPr>
          <a:xfrm>
            <a:off x="8211312" y="6373368"/>
            <a:ext cx="5532120"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Pre-built structures or sets of tools that provide a foundation for building applications, simplifying development and standardizing code.</a:t>
            </a:r>
            <a:endParaRPr dirty="0" sz="153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7" name=""/>
        <p:cNvGrpSpPr/>
        <p:nvPr/>
      </p:nvGrpSpPr>
      <p:grpSpPr>
        <a:xfrm>
          <a:off x="0" y="0"/>
          <a:ext cx="0" cy="0"/>
          <a:chOff x="0" y="0"/>
          <a:chExt cx="0" cy="0"/>
        </a:xfrm>
      </p:grpSpPr>
      <p:pic>
        <p:nvPicPr>
          <p:cNvPr id="2097167" name="Image 0" descr="preencoded.png"/>
          <p:cNvPicPr>
            <a:picLocks noChangeAspect="1"/>
          </p:cNvPicPr>
          <p:nvPr/>
        </p:nvPicPr>
        <p:blipFill>
          <a:blip xmlns:r="http://schemas.openxmlformats.org/officeDocument/2006/relationships" r:embed="rId1"/>
          <a:stretch>
            <a:fillRect/>
          </a:stretch>
        </p:blipFill>
        <p:spPr>
          <a:xfrm>
            <a:off x="0" y="0"/>
            <a:ext cx="14630400" cy="8238744"/>
          </a:xfrm>
          <a:prstGeom prst="rect"/>
        </p:spPr>
      </p:pic>
      <p:pic>
        <p:nvPicPr>
          <p:cNvPr id="2097168" name="Image 1" descr="preencoded.png"/>
          <p:cNvPicPr>
            <a:picLocks noChangeAspect="1"/>
          </p:cNvPicPr>
          <p:nvPr/>
        </p:nvPicPr>
        <p:blipFill>
          <a:blip xmlns:r="http://schemas.openxmlformats.org/officeDocument/2006/relationships" r:embed="rId2"/>
          <a:srcRect t="3772" b="3772"/>
          <a:stretch>
            <a:fillRect/>
          </a:stretch>
        </p:blipFill>
        <p:spPr>
          <a:xfrm>
            <a:off x="0" y="525779"/>
            <a:ext cx="14630400" cy="8238744"/>
          </a:xfrm>
          <a:prstGeom prst="rect"/>
        </p:spPr>
      </p:pic>
      <p:pic>
        <p:nvPicPr>
          <p:cNvPr id="2097169" name="Image 2" descr="preencoded.png"/>
          <p:cNvPicPr>
            <a:picLocks noChangeAspect="1"/>
          </p:cNvPicPr>
          <p:nvPr/>
        </p:nvPicPr>
        <p:blipFill>
          <a:blip xmlns:r="http://schemas.openxmlformats.org/officeDocument/2006/relationships" r:embed="rId3"/>
          <a:stretch>
            <a:fillRect/>
          </a:stretch>
        </p:blipFill>
        <p:spPr>
          <a:xfrm>
            <a:off x="685800" y="2788920"/>
            <a:ext cx="4297680" cy="1664208"/>
          </a:xfrm>
          <a:prstGeom prst="rect"/>
        </p:spPr>
      </p:pic>
      <p:pic>
        <p:nvPicPr>
          <p:cNvPr id="2097170" name="Image 3" descr="preencoded.png"/>
          <p:cNvPicPr>
            <a:picLocks noChangeAspect="1"/>
          </p:cNvPicPr>
          <p:nvPr/>
        </p:nvPicPr>
        <p:blipFill>
          <a:blip xmlns:r="http://schemas.openxmlformats.org/officeDocument/2006/relationships" r:embed="rId4"/>
          <a:stretch>
            <a:fillRect/>
          </a:stretch>
        </p:blipFill>
        <p:spPr>
          <a:xfrm>
            <a:off x="685800" y="4645152"/>
            <a:ext cx="6537960" cy="1417320"/>
          </a:xfrm>
          <a:prstGeom prst="rect"/>
        </p:spPr>
      </p:pic>
      <p:pic>
        <p:nvPicPr>
          <p:cNvPr id="2097171" name="Image 4" descr="preencoded.png"/>
          <p:cNvPicPr>
            <a:picLocks noChangeAspect="1"/>
          </p:cNvPicPr>
          <p:nvPr/>
        </p:nvPicPr>
        <p:blipFill>
          <a:blip xmlns:r="http://schemas.openxmlformats.org/officeDocument/2006/relationships" r:embed="rId5"/>
          <a:stretch>
            <a:fillRect/>
          </a:stretch>
        </p:blipFill>
        <p:spPr>
          <a:xfrm>
            <a:off x="5175504" y="2788920"/>
            <a:ext cx="4297680" cy="1664208"/>
          </a:xfrm>
          <a:prstGeom prst="rect"/>
        </p:spPr>
      </p:pic>
      <p:pic>
        <p:nvPicPr>
          <p:cNvPr id="2097172" name="Image 5" descr="preencoded.png"/>
          <p:cNvPicPr>
            <a:picLocks noChangeAspect="1"/>
          </p:cNvPicPr>
          <p:nvPr/>
        </p:nvPicPr>
        <p:blipFill>
          <a:blip xmlns:r="http://schemas.openxmlformats.org/officeDocument/2006/relationships" r:embed="rId6"/>
          <a:stretch>
            <a:fillRect/>
          </a:stretch>
        </p:blipFill>
        <p:spPr>
          <a:xfrm>
            <a:off x="7415784" y="4645152"/>
            <a:ext cx="6537960" cy="1417320"/>
          </a:xfrm>
          <a:prstGeom prst="rect"/>
        </p:spPr>
      </p:pic>
      <p:pic>
        <p:nvPicPr>
          <p:cNvPr id="2097173" name="Image 6" descr="preencoded.png"/>
          <p:cNvPicPr>
            <a:picLocks noChangeAspect="1"/>
          </p:cNvPicPr>
          <p:nvPr/>
        </p:nvPicPr>
        <p:blipFill>
          <a:blip xmlns:r="http://schemas.openxmlformats.org/officeDocument/2006/relationships" r:embed="rId7"/>
          <a:stretch>
            <a:fillRect/>
          </a:stretch>
        </p:blipFill>
        <p:spPr>
          <a:xfrm>
            <a:off x="9656064" y="2788920"/>
            <a:ext cx="4297680" cy="1664208"/>
          </a:xfrm>
          <a:prstGeom prst="rect"/>
        </p:spPr>
      </p:pic>
      <p:sp>
        <p:nvSpPr>
          <p:cNvPr id="1048603" name="Text 0"/>
          <p:cNvSpPr/>
          <p:nvPr/>
        </p:nvSpPr>
        <p:spPr>
          <a:xfrm>
            <a:off x="685800" y="1956816"/>
            <a:ext cx="13267944" cy="612648"/>
          </a:xfrm>
          <a:prstGeom prst="rect"/>
          <a:noFill/>
          <a:ln>
            <a:noFill/>
            <a:prstDash val="solid"/>
          </a:ln>
        </p:spPr>
        <p:txBody>
          <a:bodyPr anchor="ctr" bIns="0" lIns="0" rIns="0" rtlCol="0" tIns="0" wrap="none"/>
          <a:p>
            <a:pPr algn="l" indent="0" marL="0">
              <a:lnSpc>
                <a:spcPts val="4800"/>
              </a:lnSpc>
              <a:buNone/>
            </a:pPr>
            <a:r>
              <a:rPr dirty="0" sz="4000" lang="en-US">
                <a:solidFill>
                  <a:srgbClr val="65FF65"/>
                </a:solidFill>
                <a:latin typeface="思源黑体-Regular" pitchFamily="34" charset="0"/>
                <a:ea typeface="思源黑体-Regular" pitchFamily="34" charset="-122"/>
                <a:cs typeface="思源黑体-Regular" pitchFamily="34" charset="-120"/>
              </a:rPr>
              <a:t>Features and Functionality</a:t>
            </a:r>
            <a:endParaRPr dirty="0" sz="3840" lang="en-US">
              <a:solidFill>
                <a:srgbClr val="65FF65"/>
              </a:solidFill>
            </a:endParaRPr>
          </a:p>
        </p:txBody>
      </p:sp>
      <p:sp>
        <p:nvSpPr>
          <p:cNvPr id="1048604" name="Text 1"/>
          <p:cNvSpPr/>
          <p:nvPr/>
        </p:nvSpPr>
        <p:spPr>
          <a:xfrm>
            <a:off x="914400" y="3017520"/>
            <a:ext cx="384962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User Profiles</a:t>
            </a:r>
            <a:endParaRPr dirty="0" sz="1920" lang="en-US"/>
          </a:p>
        </p:txBody>
      </p:sp>
      <p:sp>
        <p:nvSpPr>
          <p:cNvPr id="1048605" name="Text 2"/>
          <p:cNvSpPr/>
          <p:nvPr/>
        </p:nvSpPr>
        <p:spPr>
          <a:xfrm>
            <a:off x="914400" y="3493008"/>
            <a:ext cx="3849624"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Data and settings defining a user's identity and preferences within a system or application.</a:t>
            </a:r>
            <a:endParaRPr dirty="0" sz="1530" lang="en-US"/>
          </a:p>
        </p:txBody>
      </p:sp>
      <p:sp>
        <p:nvSpPr>
          <p:cNvPr id="1048606" name="Text 3"/>
          <p:cNvSpPr/>
          <p:nvPr/>
        </p:nvSpPr>
        <p:spPr>
          <a:xfrm>
            <a:off x="914400" y="4873752"/>
            <a:ext cx="608990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Feedback System</a:t>
            </a:r>
            <a:endParaRPr dirty="0" sz="1920" lang="en-US"/>
          </a:p>
        </p:txBody>
      </p:sp>
      <p:sp>
        <p:nvSpPr>
          <p:cNvPr id="1048607" name="Text 4"/>
          <p:cNvSpPr/>
          <p:nvPr/>
        </p:nvSpPr>
        <p:spPr>
          <a:xfrm>
            <a:off x="914400" y="5349240"/>
            <a:ext cx="6089904"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A mechanism that collects and analyzes user input, opinions, or ratings to improve performance, quality, or user experience.</a:t>
            </a:r>
            <a:endParaRPr dirty="0" sz="1530" lang="en-US"/>
          </a:p>
        </p:txBody>
      </p:sp>
      <p:sp>
        <p:nvSpPr>
          <p:cNvPr id="1048608" name="Text 5"/>
          <p:cNvSpPr/>
          <p:nvPr/>
        </p:nvSpPr>
        <p:spPr>
          <a:xfrm>
            <a:off x="5394960" y="3017520"/>
            <a:ext cx="384962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Project Uploads</a:t>
            </a:r>
            <a:endParaRPr dirty="0" sz="1920" lang="en-US"/>
          </a:p>
        </p:txBody>
      </p:sp>
      <p:sp>
        <p:nvSpPr>
          <p:cNvPr id="1048609" name="Text 6"/>
          <p:cNvSpPr/>
          <p:nvPr/>
        </p:nvSpPr>
        <p:spPr>
          <a:xfrm>
            <a:off x="5394960" y="3493008"/>
            <a:ext cx="3849624"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Transferring project files and data to a server, platform, or system for storage, sharing, or deployment.</a:t>
            </a:r>
            <a:endParaRPr dirty="0" sz="1530" lang="en-US"/>
          </a:p>
        </p:txBody>
      </p:sp>
      <p:sp>
        <p:nvSpPr>
          <p:cNvPr id="1048610" name="Text 7"/>
          <p:cNvSpPr/>
          <p:nvPr/>
        </p:nvSpPr>
        <p:spPr>
          <a:xfrm>
            <a:off x="7644384" y="4873752"/>
            <a:ext cx="608990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Share Options</a:t>
            </a:r>
            <a:endParaRPr dirty="0" sz="1920" lang="en-US"/>
          </a:p>
        </p:txBody>
      </p:sp>
      <p:sp>
        <p:nvSpPr>
          <p:cNvPr id="1048611" name="Text 8"/>
          <p:cNvSpPr/>
          <p:nvPr/>
        </p:nvSpPr>
        <p:spPr>
          <a:xfrm>
            <a:off x="7644384" y="5349240"/>
            <a:ext cx="6089904"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Features that allow users to distribute or share content, files, or information with others through various channels or platforms.</a:t>
            </a:r>
            <a:endParaRPr dirty="0" sz="1530" lang="en-US"/>
          </a:p>
        </p:txBody>
      </p:sp>
      <p:sp>
        <p:nvSpPr>
          <p:cNvPr id="1048612" name="Text 9"/>
          <p:cNvSpPr/>
          <p:nvPr/>
        </p:nvSpPr>
        <p:spPr>
          <a:xfrm>
            <a:off x="9884664" y="3017520"/>
            <a:ext cx="3849624"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Search Functionality</a:t>
            </a:r>
            <a:endParaRPr dirty="0" sz="1920" lang="en-US"/>
          </a:p>
        </p:txBody>
      </p:sp>
      <p:sp>
        <p:nvSpPr>
          <p:cNvPr id="1048613" name="Text 10"/>
          <p:cNvSpPr/>
          <p:nvPr/>
        </p:nvSpPr>
        <p:spPr>
          <a:xfrm>
            <a:off x="9884664" y="3493008"/>
            <a:ext cx="3849624" cy="493776"/>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A feature that enables users to find specific content, data, or information within a system, application, or database.</a:t>
            </a:r>
            <a:endParaRPr dirty="0" sz="153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21" name=""/>
        <p:cNvGrpSpPr/>
        <p:nvPr/>
      </p:nvGrpSpPr>
      <p:grpSpPr>
        <a:xfrm>
          <a:off x="0" y="0"/>
          <a:ext cx="0" cy="0"/>
          <a:chOff x="0" y="0"/>
          <a:chExt cx="0" cy="0"/>
        </a:xfrm>
      </p:grpSpPr>
      <p:pic>
        <p:nvPicPr>
          <p:cNvPr id="2097154" name="Image 0" descr="preencoded.png"/>
          <p:cNvPicPr>
            <a:picLocks noChangeAspect="1"/>
          </p:cNvPicPr>
          <p:nvPr/>
        </p:nvPicPr>
        <p:blipFill>
          <a:blip xmlns:r="http://schemas.openxmlformats.org/officeDocument/2006/relationships" r:embed="rId1"/>
          <a:srcRect t="180" b="180"/>
          <a:stretch>
            <a:fillRect/>
          </a:stretch>
        </p:blipFill>
        <p:spPr>
          <a:xfrm>
            <a:off x="0" y="0"/>
            <a:ext cx="14630400" cy="8238744"/>
          </a:xfrm>
          <a:prstGeom prst="rect"/>
        </p:spPr>
      </p:pic>
      <p:pic>
        <p:nvPicPr>
          <p:cNvPr id="2097155" name="Image 1" descr="preencoded.png"/>
          <p:cNvPicPr>
            <a:picLocks noChangeAspect="1"/>
          </p:cNvPicPr>
          <p:nvPr/>
        </p:nvPicPr>
        <p:blipFill>
          <a:blip xmlns:r="http://schemas.openxmlformats.org/officeDocument/2006/relationships" r:embed="rId2"/>
          <a:srcRect t="35955" b="35955"/>
          <a:stretch>
            <a:fillRect/>
          </a:stretch>
        </p:blipFill>
        <p:spPr>
          <a:xfrm>
            <a:off x="0" y="0"/>
            <a:ext cx="14630400" cy="2322576"/>
          </a:xfrm>
          <a:prstGeom prst="rect"/>
        </p:spPr>
      </p:pic>
      <p:pic>
        <p:nvPicPr>
          <p:cNvPr id="2097156" name="Image 2" descr="preencoded.png"/>
          <p:cNvPicPr>
            <a:picLocks noChangeAspect="1"/>
          </p:cNvPicPr>
          <p:nvPr/>
        </p:nvPicPr>
        <p:blipFill>
          <a:blip xmlns:r="http://schemas.openxmlformats.org/officeDocument/2006/relationships" r:embed="rId3"/>
          <a:stretch>
            <a:fillRect/>
          </a:stretch>
        </p:blipFill>
        <p:spPr>
          <a:xfrm>
            <a:off x="704088" y="4782312"/>
            <a:ext cx="4270248" cy="1609344"/>
          </a:xfrm>
          <a:prstGeom prst="rect"/>
        </p:spPr>
      </p:pic>
      <p:pic>
        <p:nvPicPr>
          <p:cNvPr id="2097157" name="Image 3" descr="preencoded.png"/>
          <p:cNvPicPr>
            <a:picLocks noChangeAspect="1"/>
          </p:cNvPicPr>
          <p:nvPr/>
        </p:nvPicPr>
        <p:blipFill>
          <a:blip xmlns:r="http://schemas.openxmlformats.org/officeDocument/2006/relationships" r:embed="rId4"/>
          <a:stretch>
            <a:fillRect/>
          </a:stretch>
        </p:blipFill>
        <p:spPr>
          <a:xfrm>
            <a:off x="5184648" y="4782312"/>
            <a:ext cx="4270248" cy="1609344"/>
          </a:xfrm>
          <a:prstGeom prst="rect"/>
        </p:spPr>
      </p:pic>
      <p:pic>
        <p:nvPicPr>
          <p:cNvPr id="2097158" name="Image 4" descr="preencoded.png"/>
          <p:cNvPicPr>
            <a:picLocks noChangeAspect="1"/>
          </p:cNvPicPr>
          <p:nvPr/>
        </p:nvPicPr>
        <p:blipFill>
          <a:blip xmlns:r="http://schemas.openxmlformats.org/officeDocument/2006/relationships" r:embed="rId5"/>
          <a:stretch>
            <a:fillRect/>
          </a:stretch>
        </p:blipFill>
        <p:spPr>
          <a:xfrm>
            <a:off x="9674352" y="4782312"/>
            <a:ext cx="4270248" cy="1609344"/>
          </a:xfrm>
          <a:prstGeom prst="rect"/>
        </p:spPr>
      </p:pic>
      <p:pic>
        <p:nvPicPr>
          <p:cNvPr id="2097159" name="Image 5" descr="preencoded.png"/>
          <p:cNvPicPr>
            <a:picLocks noChangeAspect="1"/>
          </p:cNvPicPr>
          <p:nvPr/>
        </p:nvPicPr>
        <p:blipFill>
          <a:blip xmlns:r="http://schemas.openxmlformats.org/officeDocument/2006/relationships" r:embed="rId6"/>
          <a:stretch>
            <a:fillRect/>
          </a:stretch>
        </p:blipFill>
        <p:spPr>
          <a:xfrm>
            <a:off x="1481328" y="4974336"/>
            <a:ext cx="3291840" cy="1216152"/>
          </a:xfrm>
          <a:prstGeom prst="rect"/>
        </p:spPr>
      </p:pic>
      <p:pic>
        <p:nvPicPr>
          <p:cNvPr id="2097160" name="Image 6" descr="preencoded.png"/>
          <p:cNvPicPr>
            <a:picLocks noChangeAspect="1"/>
          </p:cNvPicPr>
          <p:nvPr/>
        </p:nvPicPr>
        <p:blipFill>
          <a:blip xmlns:r="http://schemas.openxmlformats.org/officeDocument/2006/relationships" r:embed="rId7"/>
          <a:stretch>
            <a:fillRect/>
          </a:stretch>
        </p:blipFill>
        <p:spPr>
          <a:xfrm>
            <a:off x="5971032" y="4974336"/>
            <a:ext cx="3291840" cy="1216152"/>
          </a:xfrm>
          <a:prstGeom prst="rect"/>
        </p:spPr>
      </p:pic>
      <p:pic>
        <p:nvPicPr>
          <p:cNvPr id="2097161" name="Image 7" descr="preencoded.png"/>
          <p:cNvPicPr>
            <a:picLocks noChangeAspect="1"/>
          </p:cNvPicPr>
          <p:nvPr/>
        </p:nvPicPr>
        <p:blipFill>
          <a:blip xmlns:r="http://schemas.openxmlformats.org/officeDocument/2006/relationships" r:embed="rId8"/>
          <a:stretch>
            <a:fillRect/>
          </a:stretch>
        </p:blipFill>
        <p:spPr>
          <a:xfrm>
            <a:off x="10451592" y="4974336"/>
            <a:ext cx="3291840" cy="1216152"/>
          </a:xfrm>
          <a:prstGeom prst="rect"/>
        </p:spPr>
      </p:pic>
      <p:pic>
        <p:nvPicPr>
          <p:cNvPr id="2097162" name="Image 8" descr="preencoded.png"/>
          <p:cNvPicPr>
            <a:picLocks noChangeAspect="1"/>
          </p:cNvPicPr>
          <p:nvPr/>
        </p:nvPicPr>
        <p:blipFill>
          <a:blip xmlns:r="http://schemas.openxmlformats.org/officeDocument/2006/relationships" r:embed="rId9"/>
          <a:stretch>
            <a:fillRect/>
          </a:stretch>
        </p:blipFill>
        <p:spPr>
          <a:xfrm>
            <a:off x="877824" y="4965192"/>
            <a:ext cx="420624" cy="420624"/>
          </a:xfrm>
          <a:prstGeom prst="rect"/>
        </p:spPr>
      </p:pic>
      <p:pic>
        <p:nvPicPr>
          <p:cNvPr id="2097163" name="Image 9" descr="preencoded.png"/>
          <p:cNvPicPr>
            <a:picLocks noChangeAspect="1"/>
          </p:cNvPicPr>
          <p:nvPr/>
        </p:nvPicPr>
        <p:blipFill>
          <a:blip xmlns:r="http://schemas.openxmlformats.org/officeDocument/2006/relationships" r:embed="rId10"/>
          <a:stretch>
            <a:fillRect/>
          </a:stretch>
        </p:blipFill>
        <p:spPr>
          <a:xfrm>
            <a:off x="5367528" y="4965192"/>
            <a:ext cx="420624" cy="420624"/>
          </a:xfrm>
          <a:prstGeom prst="rect"/>
        </p:spPr>
      </p:pic>
      <p:pic>
        <p:nvPicPr>
          <p:cNvPr id="2097164" name="Image 10" descr="preencoded.png"/>
          <p:cNvPicPr>
            <a:picLocks noChangeAspect="1"/>
          </p:cNvPicPr>
          <p:nvPr/>
        </p:nvPicPr>
        <p:blipFill>
          <a:blip xmlns:r="http://schemas.openxmlformats.org/officeDocument/2006/relationships" r:embed="rId11"/>
          <a:stretch>
            <a:fillRect/>
          </a:stretch>
        </p:blipFill>
        <p:spPr>
          <a:xfrm>
            <a:off x="9857232" y="4965192"/>
            <a:ext cx="420624" cy="420624"/>
          </a:xfrm>
          <a:prstGeom prst="rect"/>
        </p:spPr>
      </p:pic>
      <p:sp>
        <p:nvSpPr>
          <p:cNvPr id="1048586" name="Text 0"/>
          <p:cNvSpPr/>
          <p:nvPr/>
        </p:nvSpPr>
        <p:spPr>
          <a:xfrm>
            <a:off x="685800" y="3941064"/>
            <a:ext cx="13267944" cy="612648"/>
          </a:xfrm>
          <a:prstGeom prst="rect"/>
          <a:noFill/>
        </p:spPr>
        <p:txBody>
          <a:bodyPr anchor="ctr" bIns="0" lIns="0" rIns="0" rtlCol="0" tIns="0" wrap="none"/>
          <a:p>
            <a:pPr algn="l" indent="0" marL="0">
              <a:lnSpc>
                <a:spcPts val="4800"/>
              </a:lnSpc>
              <a:buNone/>
            </a:pPr>
            <a:r>
              <a:rPr dirty="0" sz="3840" lang="en-US">
                <a:solidFill>
                  <a:srgbClr val="1B3E88"/>
                </a:solidFill>
                <a:latin typeface="思源黑体-Regular" pitchFamily="34" charset="0"/>
                <a:ea typeface="思源黑体-Regular" pitchFamily="34" charset="-122"/>
                <a:cs typeface="思源黑体-Regular" pitchFamily="34" charset="-120"/>
              </a:rPr>
              <a:t>Conclusion of the Digital Portal Impact</a:t>
            </a:r>
            <a:endParaRPr dirty="0" sz="3840" lang="en-US"/>
          </a:p>
        </p:txBody>
      </p:sp>
      <p:sp>
        <p:nvSpPr>
          <p:cNvPr id="1048587" name="Text 1"/>
          <p:cNvSpPr/>
          <p:nvPr/>
        </p:nvSpPr>
        <p:spPr>
          <a:xfrm>
            <a:off x="1024128" y="4992624"/>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1</a:t>
            </a:r>
            <a:endParaRPr dirty="0" sz="1920" lang="en-US"/>
          </a:p>
        </p:txBody>
      </p:sp>
      <p:sp>
        <p:nvSpPr>
          <p:cNvPr id="1048588" name="Text 2"/>
          <p:cNvSpPr/>
          <p:nvPr/>
        </p:nvSpPr>
        <p:spPr>
          <a:xfrm>
            <a:off x="1481328" y="4974336"/>
            <a:ext cx="329184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Effective Platform</a:t>
            </a:r>
            <a:endParaRPr dirty="0" sz="1920" lang="en-US"/>
          </a:p>
        </p:txBody>
      </p:sp>
      <p:sp>
        <p:nvSpPr>
          <p:cNvPr id="1048589" name="Text 3"/>
          <p:cNvSpPr/>
          <p:nvPr/>
        </p:nvSpPr>
        <p:spPr>
          <a:xfrm>
            <a:off x="1481328" y="5458968"/>
            <a:ext cx="3291840"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A system or environment that efficiently achieves its intended purpose, providing a seamless and productive experience for users.</a:t>
            </a:r>
            <a:endParaRPr dirty="0" sz="1530" lang="en-US"/>
          </a:p>
        </p:txBody>
      </p:sp>
      <p:sp>
        <p:nvSpPr>
          <p:cNvPr id="1048590" name="Text 4"/>
          <p:cNvSpPr/>
          <p:nvPr/>
        </p:nvSpPr>
        <p:spPr>
          <a:xfrm>
            <a:off x="5513832" y="4992624"/>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2</a:t>
            </a:r>
            <a:endParaRPr dirty="0" sz="1920" lang="en-US"/>
          </a:p>
        </p:txBody>
      </p:sp>
      <p:sp>
        <p:nvSpPr>
          <p:cNvPr id="1048591" name="Text 5"/>
          <p:cNvSpPr/>
          <p:nvPr/>
        </p:nvSpPr>
        <p:spPr>
          <a:xfrm>
            <a:off x="5971032" y="4974336"/>
            <a:ext cx="329184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Enhanced Visibility</a:t>
            </a:r>
            <a:endParaRPr dirty="0" sz="1920" lang="en-US"/>
          </a:p>
        </p:txBody>
      </p:sp>
      <p:sp>
        <p:nvSpPr>
          <p:cNvPr id="1048592" name="Text 6"/>
          <p:cNvSpPr/>
          <p:nvPr/>
        </p:nvSpPr>
        <p:spPr>
          <a:xfrm>
            <a:off x="5971032" y="5458968"/>
            <a:ext cx="3291840"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Increased awareness, exposure, or prominence of a product, service, or brand, making it more noticeable and accessible to the target audience.</a:t>
            </a:r>
            <a:endParaRPr dirty="0" sz="1530" lang="en-US"/>
          </a:p>
        </p:txBody>
      </p:sp>
      <p:sp>
        <p:nvSpPr>
          <p:cNvPr id="1048593" name="Text 7"/>
          <p:cNvSpPr/>
          <p:nvPr/>
        </p:nvSpPr>
        <p:spPr>
          <a:xfrm>
            <a:off x="9994392" y="4992624"/>
            <a:ext cx="146304" cy="365760"/>
          </a:xfrm>
          <a:prstGeom prst="rect"/>
          <a:noFill/>
        </p:spPr>
        <p:txBody>
          <a:bodyPr anchor="ctr" bIns="0" lIns="0" rIns="0" rtlCol="0" tIns="0" wrap="none"/>
          <a:p>
            <a:pPr algn="l" indent="0" marL="0">
              <a:lnSpc>
                <a:spcPts val="2300"/>
              </a:lnSpc>
              <a:buNone/>
            </a:pPr>
            <a:r>
              <a:rPr dirty="0" sz="1920" lang="en-US">
                <a:solidFill>
                  <a:srgbClr val="595959"/>
                </a:solidFill>
                <a:latin typeface="思源黑体-Medium" pitchFamily="34" charset="0"/>
                <a:ea typeface="思源黑体-Medium" pitchFamily="34" charset="-122"/>
                <a:cs typeface="思源黑体-Medium" pitchFamily="34" charset="-120"/>
              </a:rPr>
              <a:t>3</a:t>
            </a:r>
            <a:endParaRPr dirty="0" sz="1920" lang="en-US"/>
          </a:p>
        </p:txBody>
      </p:sp>
      <p:sp>
        <p:nvSpPr>
          <p:cNvPr id="1048594" name="Text 8"/>
          <p:cNvSpPr/>
          <p:nvPr/>
        </p:nvSpPr>
        <p:spPr>
          <a:xfrm>
            <a:off x="10451592" y="4974336"/>
            <a:ext cx="3291840" cy="310896"/>
          </a:xfrm>
          <a:prstGeom prst="rect"/>
          <a:noFill/>
        </p:spPr>
        <p:txBody>
          <a:bodyPr anchor="ctr" bIns="0" lIns="0" rIns="0" rtlCol="0" tIns="0" wrap="none"/>
          <a:p>
            <a:pPr algn="l"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Future Developments</a:t>
            </a:r>
            <a:endParaRPr dirty="0" sz="1920" lang="en-US"/>
          </a:p>
        </p:txBody>
      </p:sp>
      <p:sp>
        <p:nvSpPr>
          <p:cNvPr id="1048595" name="Text 9"/>
          <p:cNvSpPr/>
          <p:nvPr/>
        </p:nvSpPr>
        <p:spPr>
          <a:xfrm>
            <a:off x="10451592" y="5458968"/>
            <a:ext cx="3291840" cy="731520"/>
          </a:xfrm>
          <a:prstGeom prst="rect"/>
          <a:noFill/>
        </p:spPr>
        <p:txBody>
          <a:bodyPr anchor="ctr" bIns="0" lIns="0" rIns="0" rtlCol="0" tIns="0" wrap="square"/>
          <a:p>
            <a:pPr algn="l"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Planned or potential upgrades, improvements, or innovations that will be implemented in the future to enhance a product, service, or system.</a:t>
            </a:r>
            <a:endParaRPr dirty="0" sz="153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24" name=""/>
        <p:cNvGrpSpPr/>
        <p:nvPr/>
      </p:nvGrpSpPr>
      <p:grpSpPr>
        <a:xfrm>
          <a:off x="0" y="0"/>
          <a:ext cx="0" cy="0"/>
          <a:chOff x="0" y="0"/>
          <a:chExt cx="0" cy="0"/>
        </a:xfrm>
      </p:grpSpPr>
      <p:pic>
        <p:nvPicPr>
          <p:cNvPr id="2097165" name="Image 0" descr="preencoded.png"/>
          <p:cNvPicPr>
            <a:picLocks noChangeAspect="1"/>
          </p:cNvPicPr>
          <p:nvPr/>
        </p:nvPicPr>
        <p:blipFill>
          <a:blip xmlns:r="http://schemas.openxmlformats.org/officeDocument/2006/relationships" r:embed="rId1"/>
          <a:srcRect t="180" b="180"/>
          <a:stretch>
            <a:fillRect/>
          </a:stretch>
        </p:blipFill>
        <p:spPr>
          <a:xfrm>
            <a:off x="0" y="0"/>
            <a:ext cx="14630400" cy="8238744"/>
          </a:xfrm>
          <a:prstGeom prst="rect"/>
        </p:spPr>
      </p:pic>
      <p:sp>
        <p:nvSpPr>
          <p:cNvPr id="1048599" name="Text 0"/>
          <p:cNvSpPr/>
          <p:nvPr/>
        </p:nvSpPr>
        <p:spPr>
          <a:xfrm>
            <a:off x="681227" y="690371"/>
            <a:ext cx="13267944" cy="612648"/>
          </a:xfrm>
          <a:prstGeom prst="rect"/>
          <a:noFill/>
        </p:spPr>
        <p:txBody>
          <a:bodyPr anchor="ctr" bIns="0" lIns="0" rIns="0" rtlCol="0" tIns="0" wrap="none"/>
          <a:p>
            <a:pPr algn="l" indent="0" marL="0">
              <a:lnSpc>
                <a:spcPts val="4800"/>
              </a:lnSpc>
              <a:buNone/>
            </a:pPr>
            <a:r>
              <a:rPr dirty="0" sz="4400" lang="en-US">
                <a:solidFill>
                  <a:srgbClr val="1B3E88"/>
                </a:solidFill>
                <a:latin typeface="思源黑体-Regular" pitchFamily="34" charset="0"/>
                <a:ea typeface="思源黑体-Regular" pitchFamily="34" charset="-122"/>
                <a:cs typeface="思源黑体-Regular" pitchFamily="34" charset="-120"/>
              </a:rPr>
              <a:t>Results and Screenshots</a:t>
            </a:r>
            <a:endParaRPr dirty="0" sz="3840" lang="en-US"/>
          </a:p>
        </p:txBody>
      </p:sp>
      <p:pic>
        <p:nvPicPr>
          <p:cNvPr id="2097166" name=""/>
          <p:cNvPicPr>
            <a:picLocks/>
          </p:cNvPicPr>
          <p:nvPr/>
        </p:nvPicPr>
        <p:blipFill>
          <a:blip xmlns:r="http://schemas.openxmlformats.org/officeDocument/2006/relationships" r:embed="rId2"/>
          <a:stretch>
            <a:fillRect/>
          </a:stretch>
        </p:blipFill>
        <p:spPr>
          <a:xfrm rot="0">
            <a:off x="1384918" y="1993392"/>
            <a:ext cx="11860563" cy="5925932"/>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8" name=""/>
        <p:cNvGrpSpPr/>
        <p:nvPr/>
      </p:nvGrpSpPr>
      <p:grpSpPr>
        <a:xfrm>
          <a:off x="0" y="0"/>
          <a:ext cx="0" cy="0"/>
          <a:chOff x="0" y="0"/>
          <a:chExt cx="0" cy="0"/>
        </a:xfrm>
      </p:grpSpPr>
      <p:pic>
        <p:nvPicPr>
          <p:cNvPr id="2097153" name="Image 0" descr="preencoded.png"/>
          <p:cNvPicPr>
            <a:picLocks noChangeAspect="1"/>
          </p:cNvPicPr>
          <p:nvPr/>
        </p:nvPicPr>
        <p:blipFill>
          <a:blip xmlns:r="http://schemas.openxmlformats.org/officeDocument/2006/relationships" r:embed="rId1"/>
          <a:srcRect t="15044" b="15044"/>
          <a:stretch>
            <a:fillRect/>
          </a:stretch>
        </p:blipFill>
        <p:spPr>
          <a:xfrm>
            <a:off x="9144" y="-9144"/>
            <a:ext cx="14630400" cy="8238744"/>
          </a:xfrm>
          <a:prstGeom prst="rect"/>
        </p:spPr>
      </p:pic>
      <p:sp>
        <p:nvSpPr>
          <p:cNvPr id="1048576" name="Text 0"/>
          <p:cNvSpPr/>
          <p:nvPr/>
        </p:nvSpPr>
        <p:spPr>
          <a:xfrm>
            <a:off x="685800" y="2414016"/>
            <a:ext cx="13267944" cy="612648"/>
          </a:xfrm>
          <a:prstGeom prst="rect"/>
          <a:noFill/>
        </p:spPr>
        <p:txBody>
          <a:bodyPr anchor="ctr" bIns="0" lIns="0" rIns="0" rtlCol="0" tIns="0" wrap="none"/>
          <a:p>
            <a:pPr algn="l" indent="0" marL="0">
              <a:lnSpc>
                <a:spcPts val="4800"/>
              </a:lnSpc>
              <a:buNone/>
            </a:pPr>
            <a:r>
              <a:rPr dirty="0" sz="3840" lang="en-US">
                <a:solidFill>
                  <a:srgbClr val="000000"/>
                </a:solidFill>
                <a:latin typeface="思源黑体-Regular" pitchFamily="34" charset="0"/>
                <a:ea typeface="思源黑体-Regular" pitchFamily="34" charset="-122"/>
                <a:cs typeface="思源黑体-Regular" pitchFamily="34" charset="-120"/>
              </a:rPr>
              <a:t>GitHub Repository for Digital Portal Project</a:t>
            </a:r>
            <a:endParaRPr dirty="0" sz="3840" lang="en-US">
              <a:solidFill>
                <a:srgbClr val="000000"/>
              </a:solidFill>
            </a:endParaRPr>
          </a:p>
        </p:txBody>
      </p:sp>
      <p:sp>
        <p:nvSpPr>
          <p:cNvPr id="1048577" name="Text 1"/>
          <p:cNvSpPr/>
          <p:nvPr/>
        </p:nvSpPr>
        <p:spPr>
          <a:xfrm>
            <a:off x="795528" y="4745736"/>
            <a:ext cx="4005072" cy="310896"/>
          </a:xfrm>
          <a:prstGeom prst="rect"/>
          <a:noFill/>
        </p:spPr>
        <p:txBody>
          <a:bodyPr anchor="ctr" bIns="0" lIns="0" rIns="0" rtlCol="0" tIns="0" wrap="none"/>
          <a:p>
            <a:pPr algn="ct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Visit Repository</a:t>
            </a:r>
            <a:endParaRPr dirty="0" sz="1920" lang="en-US"/>
          </a:p>
        </p:txBody>
      </p:sp>
      <p:sp>
        <p:nvSpPr>
          <p:cNvPr id="1048578" name="Text 2"/>
          <p:cNvSpPr/>
          <p:nvPr/>
        </p:nvSpPr>
        <p:spPr>
          <a:xfrm>
            <a:off x="795528" y="5230368"/>
            <a:ext cx="4005072" cy="493776"/>
          </a:xfrm>
          <a:prstGeom prst="rect"/>
          <a:noFill/>
        </p:spPr>
        <p:txBody>
          <a:bodyPr anchor="ctr" bIns="0" lIns="0" rIns="0" rtlCol="0" tIns="0" wrap="square"/>
          <a:p>
            <a:pPr algn="ct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Access the central hub for code, files, and collaboration.</a:t>
            </a:r>
            <a:endParaRPr dirty="0" sz="1530" lang="en-US"/>
          </a:p>
        </p:txBody>
      </p:sp>
      <p:sp>
        <p:nvSpPr>
          <p:cNvPr id="1048579" name="Text 3"/>
          <p:cNvSpPr/>
          <p:nvPr/>
        </p:nvSpPr>
        <p:spPr>
          <a:xfrm>
            <a:off x="5321808" y="4745736"/>
            <a:ext cx="4005072" cy="310896"/>
          </a:xfrm>
          <a:prstGeom prst="rect"/>
          <a:noFill/>
        </p:spPr>
        <p:txBody>
          <a:bodyPr anchor="ctr" bIns="0" lIns="0" rIns="0" rtlCol="0" tIns="0" wrap="none"/>
          <a:p>
            <a:pPr algn="ct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Get Source Code</a:t>
            </a:r>
            <a:endParaRPr dirty="0" sz="1920" lang="en-US"/>
          </a:p>
        </p:txBody>
      </p:sp>
      <p:sp>
        <p:nvSpPr>
          <p:cNvPr id="1048580" name="Text 4"/>
          <p:cNvSpPr/>
          <p:nvPr/>
        </p:nvSpPr>
        <p:spPr>
          <a:xfrm>
            <a:off x="5321808" y="5230368"/>
            <a:ext cx="4005072" cy="246888"/>
          </a:xfrm>
          <a:prstGeom prst="rect"/>
          <a:noFill/>
        </p:spPr>
        <p:txBody>
          <a:bodyPr anchor="ctr" bIns="0" lIns="0" rIns="0" rtlCol="0" tIns="0" wrap="none"/>
          <a:p>
            <a:pPr algn="ctr" indent="0" marL="0">
              <a:lnSpc>
                <a:spcPts val="1920"/>
              </a:lnSpc>
              <a:buNone/>
            </a:pPr>
            <a:r>
              <a:rPr dirty="0" sz="1530" lang="en-US"/>
              <a:t>Access the underlying code that powers</a:t>
            </a:r>
            <a:endParaRPr dirty="0" sz="1530" lang="en-US"/>
          </a:p>
          <a:p>
            <a:pPr algn="ctr" indent="0" marL="0">
              <a:lnSpc>
                <a:spcPts val="1920"/>
              </a:lnSpc>
              <a:buNone/>
            </a:pPr>
            <a:r>
              <a:rPr dirty="0" sz="1530" lang="en-US"/>
              <a:t> the application or system.</a:t>
            </a:r>
            <a:endParaRPr dirty="0" sz="1530" lang="en-US"/>
          </a:p>
        </p:txBody>
      </p:sp>
      <p:sp>
        <p:nvSpPr>
          <p:cNvPr id="1048581" name="Text 5"/>
          <p:cNvSpPr/>
          <p:nvPr/>
        </p:nvSpPr>
        <p:spPr>
          <a:xfrm>
            <a:off x="9838944" y="4745736"/>
            <a:ext cx="4005072" cy="310896"/>
          </a:xfrm>
          <a:prstGeom prst="rect"/>
          <a:noFill/>
        </p:spPr>
        <p:txBody>
          <a:bodyPr anchor="ctr" bIns="0" lIns="0" rIns="0" rtlCol="0" tIns="0" wrap="none"/>
          <a:p>
            <a:pPr algn="ctr" indent="0" marL="0">
              <a:lnSpc>
                <a:spcPts val="2400"/>
              </a:lnSpc>
              <a:buNone/>
            </a:pPr>
            <a:r>
              <a:rPr dirty="0" sz="1920" lang="en-US">
                <a:solidFill>
                  <a:srgbClr val="000000"/>
                </a:solidFill>
                <a:latin typeface="思源黑体-Regular" pitchFamily="34" charset="0"/>
                <a:ea typeface="思源黑体-Regular" pitchFamily="34" charset="-122"/>
                <a:cs typeface="思源黑体-Regular" pitchFamily="34" charset="-120"/>
              </a:rPr>
              <a:t>Contribute to Project</a:t>
            </a:r>
            <a:endParaRPr dirty="0" sz="1920" lang="en-US"/>
          </a:p>
        </p:txBody>
      </p:sp>
      <p:sp>
        <p:nvSpPr>
          <p:cNvPr id="1048582" name="Text 6"/>
          <p:cNvSpPr/>
          <p:nvPr/>
        </p:nvSpPr>
        <p:spPr>
          <a:xfrm>
            <a:off x="9838944" y="5230368"/>
            <a:ext cx="4005072" cy="246888"/>
          </a:xfrm>
          <a:prstGeom prst="rect"/>
          <a:noFill/>
        </p:spPr>
        <p:txBody>
          <a:bodyPr anchor="ctr" bIns="0" lIns="0" rIns="0" rtlCol="0" tIns="0" wrap="none"/>
          <a:p>
            <a:pPr algn="ct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Collaborate on and add value to</a:t>
            </a:r>
            <a:endParaRPr dirty="0" sz="1530" lang="en-US"/>
          </a:p>
          <a:p>
            <a:pPr algn="ctr" indent="0" marL="0">
              <a:lnSpc>
                <a:spcPts val="1920"/>
              </a:lnSpc>
              <a:buNone/>
            </a:pPr>
            <a:r>
              <a:rPr dirty="0" sz="1530" lang="en-US">
                <a:solidFill>
                  <a:srgbClr val="000000"/>
                </a:solidFill>
                <a:latin typeface="思源黑体-Medium" pitchFamily="34" charset="0"/>
                <a:ea typeface="思源黑体-Medium" pitchFamily="34" charset="-122"/>
                <a:cs typeface="思源黑体-Medium" pitchFamily="34" charset="-120"/>
              </a:rPr>
              <a:t> a shared project or initiative.</a:t>
            </a:r>
            <a:endParaRPr dirty="0" sz="153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PptxGenJS</cp:lastModifiedBy>
  <dcterms:created xsi:type="dcterms:W3CDTF">2025-08-21T00:32:23Z</dcterms:created>
  <dcterms:modified xsi:type="dcterms:W3CDTF">2025-08-28T17:18:05Z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f1b9a6748f8843499a56a819aa0ec05d</vt:lpwstr>
  </property>
</Properties>
</file>