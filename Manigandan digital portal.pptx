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8229600" cx="14630400"/>
  <p:notesSz cx="8229600" cy="1463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_SLIDE">
  <p:cSld name="MASTER_SLIDE">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3.pn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4.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0.jp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6.jpg"/><Relationship Id="rId4" Type="http://schemas.openxmlformats.org/officeDocument/2006/relationships/image" Target="../media/image34.jpg"/><Relationship Id="rId5" Type="http://schemas.openxmlformats.org/officeDocument/2006/relationships/image" Target="../media/image47.png"/><Relationship Id="rId6" Type="http://schemas.openxmlformats.org/officeDocument/2006/relationships/image" Target="../media/image29.png"/><Relationship Id="rId7"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0.jpg"/><Relationship Id="rId4" Type="http://schemas.openxmlformats.org/officeDocument/2006/relationships/image" Target="../media/image46.png"/><Relationship Id="rId5" Type="http://schemas.openxmlformats.org/officeDocument/2006/relationships/image" Target="../media/image22.png"/><Relationship Id="rId6"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5.jp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36.png"/><Relationship Id="rId7"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jpg"/><Relationship Id="rId4"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75.jpg"/><Relationship Id="rId5" Type="http://schemas.openxmlformats.org/officeDocument/2006/relationships/image" Target="../media/image60.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4.jpg"/><Relationship Id="rId4" Type="http://schemas.openxmlformats.org/officeDocument/2006/relationships/image" Target="../media/image66.png"/><Relationship Id="rId5" Type="http://schemas.openxmlformats.org/officeDocument/2006/relationships/image" Target="../media/image73.png"/><Relationship Id="rId6"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7.jpg"/><Relationship Id="rId4"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pic>
        <p:nvPicPr>
          <p:cNvPr descr="preencoded.png" id="18" name="Google Shape;18;p4"/>
          <p:cNvPicPr preferRelativeResize="0"/>
          <p:nvPr/>
        </p:nvPicPr>
        <p:blipFill rotWithShape="1">
          <a:blip r:embed="rId3">
            <a:alphaModFix/>
          </a:blip>
          <a:srcRect b="10809" l="0" r="0" t="10810"/>
          <a:stretch/>
        </p:blipFill>
        <p:spPr>
          <a:xfrm>
            <a:off x="0" y="150876"/>
            <a:ext cx="14630400" cy="8238744"/>
          </a:xfrm>
          <a:prstGeom prst="rect">
            <a:avLst/>
          </a:prstGeom>
          <a:noFill/>
          <a:ln>
            <a:noFill/>
          </a:ln>
        </p:spPr>
      </p:pic>
      <p:pic>
        <p:nvPicPr>
          <p:cNvPr descr="preencoded.png" id="19" name="Google Shape;19;p4"/>
          <p:cNvPicPr preferRelativeResize="0"/>
          <p:nvPr/>
        </p:nvPicPr>
        <p:blipFill rotWithShape="1">
          <a:blip r:embed="rId3">
            <a:alphaModFix/>
          </a:blip>
          <a:srcRect b="38952" l="0" r="0" t="38951"/>
          <a:stretch/>
        </p:blipFill>
        <p:spPr>
          <a:xfrm>
            <a:off x="0" y="0"/>
            <a:ext cx="14630400" cy="2322576"/>
          </a:xfrm>
          <a:prstGeom prst="rect">
            <a:avLst/>
          </a:prstGeom>
          <a:noFill/>
          <a:ln>
            <a:noFill/>
          </a:ln>
        </p:spPr>
      </p:pic>
      <p:sp>
        <p:nvSpPr>
          <p:cNvPr id="20" name="Google Shape;20;p4"/>
          <p:cNvSpPr/>
          <p:nvPr/>
        </p:nvSpPr>
        <p:spPr>
          <a:xfrm>
            <a:off x="685800" y="4270248"/>
            <a:ext cx="13267944" cy="841248"/>
          </a:xfrm>
          <a:prstGeom prst="rect">
            <a:avLst/>
          </a:prstGeom>
          <a:noFill/>
          <a:ln>
            <a:noFill/>
          </a:ln>
        </p:spPr>
        <p:txBody>
          <a:bodyPr anchorCtr="0" anchor="ctr" bIns="0" lIns="0" spcFirstLastPara="1" rIns="0" wrap="square" tIns="0">
            <a:noAutofit/>
          </a:bodyPr>
          <a:lstStyle/>
          <a:p>
            <a:pPr indent="0" lvl="0" marL="0" marR="0" rtl="0" algn="l">
              <a:lnSpc>
                <a:spcPct val="125141"/>
              </a:lnSpc>
              <a:spcBef>
                <a:spcPts val="0"/>
              </a:spcBef>
              <a:spcAft>
                <a:spcPts val="0"/>
              </a:spcAft>
              <a:buClr>
                <a:srgbClr val="800000"/>
              </a:buClr>
              <a:buSzPts val="5290"/>
              <a:buFont typeface="Arial"/>
              <a:buNone/>
            </a:pPr>
            <a:r>
              <a:rPr b="0" i="0" lang="en-US" sz="5290" u="none" cap="none" strike="noStrike">
                <a:solidFill>
                  <a:srgbClr val="800000"/>
                </a:solidFill>
                <a:latin typeface="Arial"/>
                <a:ea typeface="Arial"/>
                <a:cs typeface="Arial"/>
                <a:sym typeface="Arial"/>
              </a:rPr>
              <a:t>Digital Portal Project</a:t>
            </a:r>
            <a:endParaRPr b="0" i="0" sz="5290" u="none" cap="none" strike="noStrike">
              <a:solidFill>
                <a:srgbClr val="800000"/>
              </a:solidFill>
            </a:endParaRPr>
          </a:p>
        </p:txBody>
      </p:sp>
      <p:sp>
        <p:nvSpPr>
          <p:cNvPr id="21" name="Google Shape;21;p4"/>
          <p:cNvSpPr/>
          <p:nvPr/>
        </p:nvSpPr>
        <p:spPr>
          <a:xfrm>
            <a:off x="685800" y="5330952"/>
            <a:ext cx="13267944"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The Digital Portal project is designed to establish a centralized online platform that empowers users to effectively present their skills, projects, and experiences. In today's digital age, this platform will facilitate personal branding and professional networking, allowing individuals to connect and engage with a wider audience.</a:t>
            </a:r>
            <a:endParaRPr b="0" i="0" sz="153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pic>
        <p:nvPicPr>
          <p:cNvPr descr="preencoded.png" id="27" name="Google Shape;27;p5"/>
          <p:cNvPicPr preferRelativeResize="0"/>
          <p:nvPr/>
        </p:nvPicPr>
        <p:blipFill rotWithShape="1">
          <a:blip r:embed="rId3">
            <a:alphaModFix/>
          </a:blip>
          <a:srcRect b="0" l="0" r="0" t="0"/>
          <a:stretch/>
        </p:blipFill>
        <p:spPr>
          <a:xfrm>
            <a:off x="0" y="0"/>
            <a:ext cx="14630400" cy="8238744"/>
          </a:xfrm>
          <a:prstGeom prst="rect">
            <a:avLst/>
          </a:prstGeom>
          <a:noFill/>
          <a:ln>
            <a:noFill/>
          </a:ln>
        </p:spPr>
      </p:pic>
      <p:pic>
        <p:nvPicPr>
          <p:cNvPr descr="preencoded.png" id="28" name="Google Shape;28;p5"/>
          <p:cNvPicPr preferRelativeResize="0"/>
          <p:nvPr/>
        </p:nvPicPr>
        <p:blipFill rotWithShape="1">
          <a:blip r:embed="rId4">
            <a:alphaModFix/>
          </a:blip>
          <a:srcRect b="3345" l="0" r="0" t="3345"/>
          <a:stretch/>
        </p:blipFill>
        <p:spPr>
          <a:xfrm>
            <a:off x="280824" y="0"/>
            <a:ext cx="14630400" cy="8238744"/>
          </a:xfrm>
          <a:prstGeom prst="rect">
            <a:avLst/>
          </a:prstGeom>
          <a:noFill/>
          <a:ln>
            <a:noFill/>
          </a:ln>
        </p:spPr>
      </p:pic>
      <p:pic>
        <p:nvPicPr>
          <p:cNvPr descr="preencoded.png" id="29" name="Google Shape;29;p5"/>
          <p:cNvPicPr preferRelativeResize="0"/>
          <p:nvPr/>
        </p:nvPicPr>
        <p:blipFill rotWithShape="1">
          <a:blip r:embed="rId5">
            <a:alphaModFix/>
          </a:blip>
          <a:srcRect b="0" l="0" r="0" t="0"/>
          <a:stretch/>
        </p:blipFill>
        <p:spPr>
          <a:xfrm>
            <a:off x="696899" y="2056333"/>
            <a:ext cx="4297680" cy="1179576"/>
          </a:xfrm>
          <a:prstGeom prst="rect">
            <a:avLst/>
          </a:prstGeom>
          <a:noFill/>
          <a:ln>
            <a:noFill/>
          </a:ln>
        </p:spPr>
      </p:pic>
      <p:pic>
        <p:nvPicPr>
          <p:cNvPr descr="preencoded.png" id="30" name="Google Shape;30;p5"/>
          <p:cNvPicPr preferRelativeResize="0"/>
          <p:nvPr/>
        </p:nvPicPr>
        <p:blipFill rotWithShape="1">
          <a:blip r:embed="rId6">
            <a:alphaModFix/>
          </a:blip>
          <a:srcRect b="0" l="0" r="0" t="0"/>
          <a:stretch/>
        </p:blipFill>
        <p:spPr>
          <a:xfrm>
            <a:off x="472924" y="5652264"/>
            <a:ext cx="6537959" cy="1417320"/>
          </a:xfrm>
          <a:prstGeom prst="rect">
            <a:avLst/>
          </a:prstGeom>
          <a:noFill/>
          <a:ln>
            <a:noFill/>
          </a:ln>
        </p:spPr>
      </p:pic>
      <p:pic>
        <p:nvPicPr>
          <p:cNvPr descr="preencoded.png" id="31" name="Google Shape;31;p5"/>
          <p:cNvPicPr preferRelativeResize="0"/>
          <p:nvPr/>
        </p:nvPicPr>
        <p:blipFill rotWithShape="1">
          <a:blip r:embed="rId5">
            <a:alphaModFix/>
          </a:blip>
          <a:srcRect b="0" l="0" r="0" t="0"/>
          <a:stretch/>
        </p:blipFill>
        <p:spPr>
          <a:xfrm>
            <a:off x="8907183" y="1538134"/>
            <a:ext cx="4297680" cy="1179576"/>
          </a:xfrm>
          <a:prstGeom prst="rect">
            <a:avLst/>
          </a:prstGeom>
          <a:noFill/>
          <a:ln>
            <a:noFill/>
          </a:ln>
        </p:spPr>
      </p:pic>
      <p:pic>
        <p:nvPicPr>
          <p:cNvPr descr="preencoded.png" id="32" name="Google Shape;32;p5"/>
          <p:cNvPicPr preferRelativeResize="0"/>
          <p:nvPr/>
        </p:nvPicPr>
        <p:blipFill rotWithShape="1">
          <a:blip r:embed="rId6">
            <a:alphaModFix/>
          </a:blip>
          <a:srcRect b="0" l="0" r="0" t="0"/>
          <a:stretch/>
        </p:blipFill>
        <p:spPr>
          <a:xfrm>
            <a:off x="8907175" y="3626300"/>
            <a:ext cx="4297700" cy="1179575"/>
          </a:xfrm>
          <a:prstGeom prst="rect">
            <a:avLst/>
          </a:prstGeom>
          <a:noFill/>
          <a:ln>
            <a:noFill/>
          </a:ln>
        </p:spPr>
      </p:pic>
      <p:pic>
        <p:nvPicPr>
          <p:cNvPr descr="preencoded.png" id="33" name="Google Shape;33;p5"/>
          <p:cNvPicPr preferRelativeResize="0"/>
          <p:nvPr/>
        </p:nvPicPr>
        <p:blipFill rotWithShape="1">
          <a:blip r:embed="rId5">
            <a:alphaModFix/>
          </a:blip>
          <a:srcRect b="0" l="0" r="0" t="0"/>
          <a:stretch/>
        </p:blipFill>
        <p:spPr>
          <a:xfrm>
            <a:off x="472853" y="3854293"/>
            <a:ext cx="4297680" cy="1179576"/>
          </a:xfrm>
          <a:prstGeom prst="rect">
            <a:avLst/>
          </a:prstGeom>
          <a:noFill/>
          <a:ln>
            <a:noFill/>
          </a:ln>
        </p:spPr>
      </p:pic>
      <p:sp>
        <p:nvSpPr>
          <p:cNvPr id="34" name="Google Shape;34;p5"/>
          <p:cNvSpPr/>
          <p:nvPr/>
        </p:nvSpPr>
        <p:spPr>
          <a:xfrm>
            <a:off x="594425" y="1126404"/>
            <a:ext cx="13267800" cy="612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600CC"/>
              </a:buClr>
              <a:buSzPts val="3840"/>
              <a:buFont typeface="Arial"/>
              <a:buNone/>
            </a:pPr>
            <a:r>
              <a:rPr b="1" i="0" lang="en-US" sz="3840" u="none" cap="none" strike="noStrike">
                <a:solidFill>
                  <a:srgbClr val="6600CC"/>
                </a:solidFill>
              </a:rPr>
              <a:t>Student Information</a:t>
            </a:r>
            <a:endParaRPr b="1" i="0" sz="3840" u="none" cap="none" strike="noStrike">
              <a:solidFill>
                <a:srgbClr val="6600CC"/>
              </a:solidFill>
            </a:endParaRPr>
          </a:p>
        </p:txBody>
      </p:sp>
      <p:sp>
        <p:nvSpPr>
          <p:cNvPr id="35" name="Google Shape;35;p5"/>
          <p:cNvSpPr/>
          <p:nvPr/>
        </p:nvSpPr>
        <p:spPr>
          <a:xfrm>
            <a:off x="920950" y="2322753"/>
            <a:ext cx="3849600" cy="2469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1" i="0" lang="en-US" sz="1920" u="none" cap="none" strike="noStrike">
                <a:solidFill>
                  <a:srgbClr val="000000"/>
                </a:solidFill>
              </a:rPr>
              <a:t>Student Name</a:t>
            </a:r>
            <a:endParaRPr b="1" i="0" sz="1920" u="none" cap="none" strike="noStrike"/>
          </a:p>
        </p:txBody>
      </p:sp>
      <p:sp>
        <p:nvSpPr>
          <p:cNvPr id="36" name="Google Shape;36;p5"/>
          <p:cNvSpPr/>
          <p:nvPr/>
        </p:nvSpPr>
        <p:spPr>
          <a:xfrm>
            <a:off x="920953" y="2681504"/>
            <a:ext cx="3849600" cy="55440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Manigandan D</a:t>
            </a:r>
            <a:endParaRPr b="0" i="0" sz="1530" u="none" cap="none" strike="noStrike"/>
          </a:p>
        </p:txBody>
      </p:sp>
      <p:sp>
        <p:nvSpPr>
          <p:cNvPr id="37" name="Google Shape;37;p5"/>
          <p:cNvSpPr/>
          <p:nvPr/>
        </p:nvSpPr>
        <p:spPr>
          <a:xfrm>
            <a:off x="696901" y="5805977"/>
            <a:ext cx="6090000" cy="310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1" i="0" lang="en-US" sz="1920" u="none" cap="none" strike="noStrike">
                <a:solidFill>
                  <a:srgbClr val="000000"/>
                </a:solidFill>
              </a:rPr>
              <a:t>Department</a:t>
            </a:r>
            <a:endParaRPr b="1" i="0" sz="1920" u="none" cap="none" strike="noStrike"/>
          </a:p>
        </p:txBody>
      </p:sp>
      <p:sp>
        <p:nvSpPr>
          <p:cNvPr id="38" name="Google Shape;38;p5"/>
          <p:cNvSpPr/>
          <p:nvPr/>
        </p:nvSpPr>
        <p:spPr>
          <a:xfrm>
            <a:off x="696900" y="6227101"/>
            <a:ext cx="6090000" cy="82170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BSc Computer Science</a:t>
            </a:r>
            <a:endParaRPr b="0" i="0" sz="1530" u="none" cap="none" strike="noStrike"/>
          </a:p>
        </p:txBody>
      </p:sp>
      <p:sp>
        <p:nvSpPr>
          <p:cNvPr id="39" name="Google Shape;39;p5"/>
          <p:cNvSpPr/>
          <p:nvPr/>
        </p:nvSpPr>
        <p:spPr>
          <a:xfrm>
            <a:off x="9244584" y="1871013"/>
            <a:ext cx="3849600" cy="310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1" i="0" lang="en-US" sz="1920" u="none" cap="none" strike="noStrike">
                <a:solidFill>
                  <a:srgbClr val="000000"/>
                </a:solidFill>
              </a:rPr>
              <a:t>Register No </a:t>
            </a:r>
            <a:endParaRPr b="1" i="0" sz="1920" u="none" cap="none" strike="noStrike"/>
          </a:p>
        </p:txBody>
      </p:sp>
      <p:sp>
        <p:nvSpPr>
          <p:cNvPr id="40" name="Google Shape;40;p5"/>
          <p:cNvSpPr/>
          <p:nvPr/>
        </p:nvSpPr>
        <p:spPr>
          <a:xfrm>
            <a:off x="9244581" y="2371065"/>
            <a:ext cx="3849600" cy="24690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2422k1450</a:t>
            </a:r>
            <a:endParaRPr b="0" i="0" sz="1530" u="none" cap="none" strike="noStrike"/>
          </a:p>
        </p:txBody>
      </p:sp>
      <p:sp>
        <p:nvSpPr>
          <p:cNvPr id="41" name="Google Shape;41;p5"/>
          <p:cNvSpPr/>
          <p:nvPr/>
        </p:nvSpPr>
        <p:spPr>
          <a:xfrm>
            <a:off x="4770554" y="6930913"/>
            <a:ext cx="6090000" cy="310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1" i="0" lang="en-US" sz="1920" u="none" cap="none" strike="noStrike">
                <a:solidFill>
                  <a:srgbClr val="000000"/>
                </a:solidFill>
              </a:rPr>
              <a:t>College</a:t>
            </a:r>
            <a:endParaRPr b="1" i="0" sz="1920" u="none" cap="none" strike="noStrike"/>
          </a:p>
        </p:txBody>
      </p:sp>
      <p:sp>
        <p:nvSpPr>
          <p:cNvPr id="42" name="Google Shape;42;p5"/>
          <p:cNvSpPr/>
          <p:nvPr/>
        </p:nvSpPr>
        <p:spPr>
          <a:xfrm>
            <a:off x="4770555" y="7496146"/>
            <a:ext cx="6090000" cy="49380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Government Arts and Science College, Sathyamagalam, Bharathiyar University</a:t>
            </a:r>
            <a:endParaRPr b="0" i="0" sz="1530" u="none" cap="none" strike="noStrike"/>
          </a:p>
        </p:txBody>
      </p:sp>
      <p:sp>
        <p:nvSpPr>
          <p:cNvPr id="43" name="Google Shape;43;p5"/>
          <p:cNvSpPr/>
          <p:nvPr/>
        </p:nvSpPr>
        <p:spPr>
          <a:xfrm>
            <a:off x="696893" y="4242966"/>
            <a:ext cx="3849600" cy="310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1" i="0" lang="en-US" sz="1920" u="none" cap="none" strike="noStrike">
                <a:solidFill>
                  <a:srgbClr val="000000"/>
                </a:solidFill>
              </a:rPr>
              <a:t>Email</a:t>
            </a:r>
            <a:endParaRPr b="1" i="0" sz="1920" u="none" cap="none" strike="noStrike"/>
          </a:p>
        </p:txBody>
      </p:sp>
      <p:sp>
        <p:nvSpPr>
          <p:cNvPr id="44" name="Google Shape;44;p5"/>
          <p:cNvSpPr/>
          <p:nvPr/>
        </p:nvSpPr>
        <p:spPr>
          <a:xfrm>
            <a:off x="696888" y="4454289"/>
            <a:ext cx="3849600" cy="55440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manigandandnm2422k1450@gmail.com</a:t>
            </a:r>
            <a:endParaRPr b="0" i="0" sz="1530" u="none" cap="none" strike="noStrike"/>
          </a:p>
        </p:txBody>
      </p:sp>
      <p:sp>
        <p:nvSpPr>
          <p:cNvPr id="45" name="Google Shape;45;p5"/>
          <p:cNvSpPr txBox="1"/>
          <p:nvPr/>
        </p:nvSpPr>
        <p:spPr>
          <a:xfrm rot="-1685">
            <a:off x="9244500" y="3626431"/>
            <a:ext cx="2448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NM ID</a:t>
            </a:r>
            <a:endParaRPr b="1"/>
          </a:p>
        </p:txBody>
      </p:sp>
      <p:sp>
        <p:nvSpPr>
          <p:cNvPr id="46" name="Google Shape;46;p5"/>
          <p:cNvSpPr txBox="1"/>
          <p:nvPr/>
        </p:nvSpPr>
        <p:spPr>
          <a:xfrm>
            <a:off x="9244575" y="4136813"/>
            <a:ext cx="42978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D817C8BBB27524CAFB249C79BF21B4A3</a:t>
            </a:r>
            <a:endParaRPr/>
          </a:p>
        </p:txBody>
      </p:sp>
      <p:sp>
        <p:nvSpPr>
          <p:cNvPr id="47" name="Google Shape;47;p5"/>
          <p:cNvSpPr txBox="1"/>
          <p:nvPr/>
        </p:nvSpPr>
        <p:spPr>
          <a:xfrm>
            <a:off x="9244578" y="5278970"/>
            <a:ext cx="42978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IBM SKILLBUILD EMAIL ID</a:t>
            </a:r>
            <a:endParaRPr b="1"/>
          </a:p>
        </p:txBody>
      </p:sp>
      <p:sp>
        <p:nvSpPr>
          <p:cNvPr id="48" name="Google Shape;48;p5"/>
          <p:cNvSpPr txBox="1"/>
          <p:nvPr/>
        </p:nvSpPr>
        <p:spPr>
          <a:xfrm>
            <a:off x="9338474" y="5670248"/>
            <a:ext cx="4110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maniganda</a:t>
            </a:r>
            <a:r>
              <a:rPr lang="en-US"/>
              <a:t>ndnm2422k1450@gmail.com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reencoded.png" id="54" name="Google Shape;54;p6"/>
          <p:cNvPicPr preferRelativeResize="0"/>
          <p:nvPr/>
        </p:nvPicPr>
        <p:blipFill rotWithShape="1">
          <a:blip r:embed="rId3">
            <a:alphaModFix/>
          </a:blip>
          <a:srcRect b="179" l="0" r="0" t="180"/>
          <a:stretch/>
        </p:blipFill>
        <p:spPr>
          <a:xfrm>
            <a:off x="0" y="32004"/>
            <a:ext cx="14630400" cy="8238744"/>
          </a:xfrm>
          <a:prstGeom prst="rect">
            <a:avLst/>
          </a:prstGeom>
          <a:noFill/>
          <a:ln>
            <a:noFill/>
          </a:ln>
        </p:spPr>
      </p:pic>
      <p:pic>
        <p:nvPicPr>
          <p:cNvPr descr="preencoded.png" id="55" name="Google Shape;55;p6"/>
          <p:cNvPicPr preferRelativeResize="0"/>
          <p:nvPr/>
        </p:nvPicPr>
        <p:blipFill rotWithShape="1">
          <a:blip r:embed="rId4">
            <a:alphaModFix/>
          </a:blip>
          <a:srcRect b="290" l="0" r="0" t="290"/>
          <a:stretch/>
        </p:blipFill>
        <p:spPr>
          <a:xfrm>
            <a:off x="5166360" y="2112263"/>
            <a:ext cx="1050109" cy="978408"/>
          </a:xfrm>
          <a:prstGeom prst="rect">
            <a:avLst/>
          </a:prstGeom>
          <a:noFill/>
          <a:ln>
            <a:noFill/>
          </a:ln>
        </p:spPr>
      </p:pic>
      <p:pic>
        <p:nvPicPr>
          <p:cNvPr descr="preencoded.png" id="56" name="Google Shape;56;p6"/>
          <p:cNvPicPr preferRelativeResize="0"/>
          <p:nvPr/>
        </p:nvPicPr>
        <p:blipFill rotWithShape="1">
          <a:blip r:embed="rId5">
            <a:alphaModFix/>
          </a:blip>
          <a:srcRect b="290" l="0" r="0" t="290"/>
          <a:stretch/>
        </p:blipFill>
        <p:spPr>
          <a:xfrm>
            <a:off x="4599432" y="4050792"/>
            <a:ext cx="978408" cy="978408"/>
          </a:xfrm>
          <a:prstGeom prst="rect">
            <a:avLst/>
          </a:prstGeom>
          <a:noFill/>
          <a:ln>
            <a:noFill/>
          </a:ln>
        </p:spPr>
      </p:pic>
      <p:pic>
        <p:nvPicPr>
          <p:cNvPr descr="preencoded.png" id="57" name="Google Shape;57;p6"/>
          <p:cNvPicPr preferRelativeResize="0"/>
          <p:nvPr/>
        </p:nvPicPr>
        <p:blipFill rotWithShape="1">
          <a:blip r:embed="rId6">
            <a:alphaModFix/>
          </a:blip>
          <a:srcRect b="290" l="0" r="0" t="290"/>
          <a:stretch/>
        </p:blipFill>
        <p:spPr>
          <a:xfrm>
            <a:off x="8366760" y="2112263"/>
            <a:ext cx="978408" cy="978408"/>
          </a:xfrm>
          <a:prstGeom prst="rect">
            <a:avLst/>
          </a:prstGeom>
          <a:noFill/>
          <a:ln>
            <a:noFill/>
          </a:ln>
        </p:spPr>
      </p:pic>
      <p:pic>
        <p:nvPicPr>
          <p:cNvPr descr="preencoded.png" id="58" name="Google Shape;58;p6"/>
          <p:cNvPicPr preferRelativeResize="0"/>
          <p:nvPr/>
        </p:nvPicPr>
        <p:blipFill rotWithShape="1">
          <a:blip r:embed="rId7">
            <a:alphaModFix/>
          </a:blip>
          <a:srcRect b="290" l="0" r="0" t="290"/>
          <a:stretch/>
        </p:blipFill>
        <p:spPr>
          <a:xfrm>
            <a:off x="5088636" y="6286501"/>
            <a:ext cx="978408" cy="978408"/>
          </a:xfrm>
          <a:prstGeom prst="rect">
            <a:avLst/>
          </a:prstGeom>
          <a:noFill/>
          <a:ln>
            <a:noFill/>
          </a:ln>
        </p:spPr>
      </p:pic>
      <p:pic>
        <p:nvPicPr>
          <p:cNvPr descr="preencoded.png" id="59" name="Google Shape;59;p6"/>
          <p:cNvPicPr preferRelativeResize="0"/>
          <p:nvPr/>
        </p:nvPicPr>
        <p:blipFill rotWithShape="1">
          <a:blip r:embed="rId8">
            <a:alphaModFix/>
          </a:blip>
          <a:srcRect b="290" l="0" r="0" t="290"/>
          <a:stretch/>
        </p:blipFill>
        <p:spPr>
          <a:xfrm>
            <a:off x="9070848" y="4050792"/>
            <a:ext cx="978408" cy="978408"/>
          </a:xfrm>
          <a:prstGeom prst="rect">
            <a:avLst/>
          </a:prstGeom>
          <a:noFill/>
          <a:ln>
            <a:noFill/>
          </a:ln>
        </p:spPr>
      </p:pic>
      <p:pic>
        <p:nvPicPr>
          <p:cNvPr descr="preencoded.png" id="60" name="Google Shape;60;p6"/>
          <p:cNvPicPr preferRelativeResize="0"/>
          <p:nvPr/>
        </p:nvPicPr>
        <p:blipFill rotWithShape="1">
          <a:blip r:embed="rId9">
            <a:alphaModFix/>
          </a:blip>
          <a:srcRect b="290" l="0" r="0" t="290"/>
          <a:stretch/>
        </p:blipFill>
        <p:spPr>
          <a:xfrm>
            <a:off x="8581644" y="5897880"/>
            <a:ext cx="978408" cy="978408"/>
          </a:xfrm>
          <a:prstGeom prst="rect">
            <a:avLst/>
          </a:prstGeom>
          <a:noFill/>
          <a:ln>
            <a:noFill/>
          </a:ln>
        </p:spPr>
      </p:pic>
      <p:sp>
        <p:nvSpPr>
          <p:cNvPr id="61" name="Google Shape;61;p6"/>
          <p:cNvSpPr/>
          <p:nvPr/>
        </p:nvSpPr>
        <p:spPr>
          <a:xfrm>
            <a:off x="585216" y="1113282"/>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B3E88"/>
              </a:buClr>
              <a:buSzPts val="3840"/>
              <a:buFont typeface="Arial"/>
              <a:buNone/>
            </a:pPr>
            <a:r>
              <a:rPr b="0" i="0" lang="en-US" sz="3840" u="none" cap="none" strike="noStrike">
                <a:solidFill>
                  <a:srgbClr val="1B3E88"/>
                </a:solidFill>
                <a:latin typeface="Arial"/>
                <a:ea typeface="Arial"/>
                <a:cs typeface="Arial"/>
                <a:sym typeface="Arial"/>
              </a:rPr>
              <a:t>Digital Portfolio Project Overview(1)</a:t>
            </a:r>
            <a:endParaRPr b="0" i="0" sz="3840" u="none" cap="none" strike="noStrike"/>
          </a:p>
        </p:txBody>
      </p:sp>
      <p:sp>
        <p:nvSpPr>
          <p:cNvPr id="62" name="Google Shape;62;p6"/>
          <p:cNvSpPr/>
          <p:nvPr/>
        </p:nvSpPr>
        <p:spPr>
          <a:xfrm>
            <a:off x="786384" y="2167128"/>
            <a:ext cx="3922776"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Problem Statement</a:t>
            </a:r>
            <a:endParaRPr b="0" i="0" sz="1920" u="none" cap="none" strike="noStrike"/>
          </a:p>
        </p:txBody>
      </p:sp>
      <p:sp>
        <p:nvSpPr>
          <p:cNvPr id="63" name="Google Shape;63;p6"/>
          <p:cNvSpPr/>
          <p:nvPr/>
        </p:nvSpPr>
        <p:spPr>
          <a:xfrm>
            <a:off x="786384" y="2688336"/>
            <a:ext cx="3922776" cy="731520"/>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clear description of the issue or challenge that needs to be addressed.</a:t>
            </a:r>
            <a:endParaRPr b="0" i="0" sz="1530" u="none" cap="none" strike="noStrike"/>
          </a:p>
        </p:txBody>
      </p:sp>
      <p:sp>
        <p:nvSpPr>
          <p:cNvPr id="64" name="Google Shape;64;p6"/>
          <p:cNvSpPr/>
          <p:nvPr/>
        </p:nvSpPr>
        <p:spPr>
          <a:xfrm>
            <a:off x="786383" y="3959352"/>
            <a:ext cx="3538728"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Features and Functionality</a:t>
            </a:r>
            <a:endParaRPr b="0" i="0" sz="1920" u="none" cap="none" strike="noStrike"/>
          </a:p>
        </p:txBody>
      </p:sp>
      <p:sp>
        <p:nvSpPr>
          <p:cNvPr id="65" name="Google Shape;65;p6"/>
          <p:cNvSpPr/>
          <p:nvPr/>
        </p:nvSpPr>
        <p:spPr>
          <a:xfrm>
            <a:off x="786382" y="4809744"/>
            <a:ext cx="3538728" cy="493776"/>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SzPts val="1530"/>
              <a:buFont typeface="Arial"/>
              <a:buNone/>
            </a:pPr>
            <a:r>
              <a:rPr b="0" i="0" lang="en-US" sz="1530" u="none" cap="none" strike="noStrike"/>
              <a:t>*Feature*: A distinct characteristic of a product or system.</a:t>
            </a:r>
            <a:endParaRPr b="0" i="0" sz="1530" u="none" cap="none" strike="noStrike"/>
          </a:p>
          <a:p>
            <a:pPr indent="0" lvl="0" marL="0" marR="0" rtl="0" algn="r">
              <a:lnSpc>
                <a:spcPct val="125490"/>
              </a:lnSpc>
              <a:spcBef>
                <a:spcPts val="0"/>
              </a:spcBef>
              <a:spcAft>
                <a:spcPts val="0"/>
              </a:spcAft>
              <a:buSzPts val="1530"/>
              <a:buFont typeface="Arial"/>
              <a:buNone/>
            </a:pPr>
            <a:r>
              <a:rPr b="0" i="0" lang="en-US" sz="1530" u="none" cap="none" strike="noStrike"/>
              <a:t>*Functionality*: The capabilities or actions it can perform.</a:t>
            </a:r>
            <a:endParaRPr b="0" i="0" sz="1530" u="none" cap="none" strike="noStrike"/>
          </a:p>
        </p:txBody>
      </p:sp>
      <p:sp>
        <p:nvSpPr>
          <p:cNvPr id="66" name="Google Shape;66;p6"/>
          <p:cNvSpPr/>
          <p:nvPr/>
        </p:nvSpPr>
        <p:spPr>
          <a:xfrm>
            <a:off x="786383" y="6163056"/>
            <a:ext cx="3922776"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Portfolio Design</a:t>
            </a:r>
            <a:endParaRPr b="0" i="0" sz="1920" u="none" cap="none" strike="noStrike"/>
          </a:p>
        </p:txBody>
      </p:sp>
      <p:sp>
        <p:nvSpPr>
          <p:cNvPr id="67" name="Google Shape;67;p6"/>
          <p:cNvSpPr/>
          <p:nvPr/>
        </p:nvSpPr>
        <p:spPr>
          <a:xfrm>
            <a:off x="786384" y="6803136"/>
            <a:ext cx="3922776" cy="493776"/>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 Creating a curated collection of work showcasing skills and accomplishments.</a:t>
            </a:r>
            <a:endParaRPr b="0" i="0" sz="1530" u="none" cap="none" strike="noStrike"/>
          </a:p>
        </p:txBody>
      </p:sp>
      <p:sp>
        <p:nvSpPr>
          <p:cNvPr id="68" name="Google Shape;68;p6"/>
          <p:cNvSpPr/>
          <p:nvPr/>
        </p:nvSpPr>
        <p:spPr>
          <a:xfrm>
            <a:off x="5643299" y="2418587"/>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69" name="Google Shape;69;p6"/>
          <p:cNvSpPr/>
          <p:nvPr/>
        </p:nvSpPr>
        <p:spPr>
          <a:xfrm>
            <a:off x="5020056" y="435254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70" name="Google Shape;70;p6"/>
          <p:cNvSpPr/>
          <p:nvPr/>
        </p:nvSpPr>
        <p:spPr>
          <a:xfrm>
            <a:off x="8366760" y="2423160"/>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71" name="Google Shape;71;p6"/>
          <p:cNvSpPr/>
          <p:nvPr/>
        </p:nvSpPr>
        <p:spPr>
          <a:xfrm>
            <a:off x="6135624" y="6291072"/>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72" name="Google Shape;72;p6"/>
          <p:cNvSpPr/>
          <p:nvPr/>
        </p:nvSpPr>
        <p:spPr>
          <a:xfrm>
            <a:off x="9930384" y="2286000"/>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Project Overview</a:t>
            </a:r>
            <a:endParaRPr b="0" i="0" sz="1920" u="none" cap="none" strike="noStrike"/>
          </a:p>
        </p:txBody>
      </p:sp>
      <p:sp>
        <p:nvSpPr>
          <p:cNvPr id="73" name="Google Shape;73;p6"/>
          <p:cNvSpPr/>
          <p:nvPr/>
        </p:nvSpPr>
        <p:spPr>
          <a:xfrm>
            <a:off x="9930384" y="2807208"/>
            <a:ext cx="3922776"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SzPts val="1530"/>
              <a:buFont typeface="Arial"/>
              <a:buNone/>
            </a:pPr>
            <a:r>
              <a:rPr b="0" i="0" lang="en-US" sz="1530" u="none" cap="none" strike="noStrike"/>
              <a:t>A brief summary of a project's goals, objectives, and key details.</a:t>
            </a:r>
            <a:endParaRPr b="0" i="0" sz="1530" u="none" cap="none" strike="noStrike"/>
          </a:p>
        </p:txBody>
      </p:sp>
      <p:sp>
        <p:nvSpPr>
          <p:cNvPr id="74" name="Google Shape;74;p6"/>
          <p:cNvSpPr/>
          <p:nvPr/>
        </p:nvSpPr>
        <p:spPr>
          <a:xfrm>
            <a:off x="9482328" y="435254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75" name="Google Shape;75;p6"/>
          <p:cNvSpPr/>
          <p:nvPr/>
        </p:nvSpPr>
        <p:spPr>
          <a:xfrm>
            <a:off x="8924544" y="6419088"/>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76" name="Google Shape;76;p6"/>
          <p:cNvSpPr/>
          <p:nvPr/>
        </p:nvSpPr>
        <p:spPr>
          <a:xfrm>
            <a:off x="10323576" y="4151376"/>
            <a:ext cx="3538728"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End Users</a:t>
            </a:r>
            <a:endParaRPr b="0" i="0" sz="1920" u="none" cap="none" strike="noStrike"/>
          </a:p>
        </p:txBody>
      </p:sp>
      <p:sp>
        <p:nvSpPr>
          <p:cNvPr id="77" name="Google Shape;77;p6"/>
          <p:cNvSpPr/>
          <p:nvPr/>
        </p:nvSpPr>
        <p:spPr>
          <a:xfrm>
            <a:off x="10323576" y="4672584"/>
            <a:ext cx="3538728"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The person who ultimately uses a product or service</a:t>
            </a:r>
            <a:endParaRPr b="0" i="0" sz="1530" u="none" cap="none" strike="noStrike"/>
          </a:p>
        </p:txBody>
      </p:sp>
      <p:sp>
        <p:nvSpPr>
          <p:cNvPr id="78" name="Google Shape;78;p6"/>
          <p:cNvSpPr/>
          <p:nvPr/>
        </p:nvSpPr>
        <p:spPr>
          <a:xfrm>
            <a:off x="9930384" y="5897880"/>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Tools and Technologies</a:t>
            </a:r>
            <a:endParaRPr b="0" i="0" sz="1920" u="none" cap="none" strike="noStrike"/>
          </a:p>
        </p:txBody>
      </p:sp>
      <p:sp>
        <p:nvSpPr>
          <p:cNvPr id="79" name="Google Shape;79;p6"/>
          <p:cNvSpPr/>
          <p:nvPr/>
        </p:nvSpPr>
        <p:spPr>
          <a:xfrm>
            <a:off x="9930384" y="6419088"/>
            <a:ext cx="3922776"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Software, hardware, or equipment used to perform specific tasks or achieve particular goals.</a:t>
            </a:r>
            <a:endParaRPr b="0" i="0" sz="153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descr="preencoded.png" id="85" name="Google Shape;85;p7"/>
          <p:cNvPicPr preferRelativeResize="0"/>
          <p:nvPr/>
        </p:nvPicPr>
        <p:blipFill rotWithShape="1">
          <a:blip r:embed="rId3">
            <a:alphaModFix/>
          </a:blip>
          <a:srcRect b="10809" l="0" r="0" t="10810"/>
          <a:stretch/>
        </p:blipFill>
        <p:spPr>
          <a:xfrm>
            <a:off x="0" y="0"/>
            <a:ext cx="14630400" cy="8238744"/>
          </a:xfrm>
          <a:prstGeom prst="rect">
            <a:avLst/>
          </a:prstGeom>
          <a:noFill/>
          <a:ln>
            <a:noFill/>
          </a:ln>
        </p:spPr>
      </p:pic>
      <p:pic>
        <p:nvPicPr>
          <p:cNvPr descr="preencoded.png" id="86" name="Google Shape;86;p7"/>
          <p:cNvPicPr preferRelativeResize="0"/>
          <p:nvPr/>
        </p:nvPicPr>
        <p:blipFill rotWithShape="1">
          <a:blip r:embed="rId4">
            <a:alphaModFix/>
          </a:blip>
          <a:srcRect b="290" l="0" r="0" t="290"/>
          <a:stretch/>
        </p:blipFill>
        <p:spPr>
          <a:xfrm>
            <a:off x="4599432" y="4050792"/>
            <a:ext cx="978408" cy="978408"/>
          </a:xfrm>
          <a:prstGeom prst="rect">
            <a:avLst/>
          </a:prstGeom>
          <a:noFill/>
          <a:ln>
            <a:noFill/>
          </a:ln>
        </p:spPr>
      </p:pic>
      <p:pic>
        <p:nvPicPr>
          <p:cNvPr descr="preencoded.png" id="87" name="Google Shape;87;p7"/>
          <p:cNvPicPr preferRelativeResize="0"/>
          <p:nvPr/>
        </p:nvPicPr>
        <p:blipFill rotWithShape="1">
          <a:blip r:embed="rId5">
            <a:alphaModFix/>
          </a:blip>
          <a:srcRect b="290" l="0" r="0" t="290"/>
          <a:stretch/>
        </p:blipFill>
        <p:spPr>
          <a:xfrm>
            <a:off x="8366760" y="2299716"/>
            <a:ext cx="978408" cy="978408"/>
          </a:xfrm>
          <a:prstGeom prst="rect">
            <a:avLst/>
          </a:prstGeom>
          <a:noFill/>
          <a:ln>
            <a:noFill/>
          </a:ln>
        </p:spPr>
      </p:pic>
      <p:pic>
        <p:nvPicPr>
          <p:cNvPr descr="preencoded.png" id="88" name="Google Shape;88;p7"/>
          <p:cNvPicPr preferRelativeResize="0"/>
          <p:nvPr/>
        </p:nvPicPr>
        <p:blipFill rotWithShape="1">
          <a:blip r:embed="rId6">
            <a:alphaModFix/>
          </a:blip>
          <a:srcRect b="290" l="0" r="0" t="290"/>
          <a:stretch/>
        </p:blipFill>
        <p:spPr>
          <a:xfrm>
            <a:off x="8366760" y="5422392"/>
            <a:ext cx="978408" cy="978408"/>
          </a:xfrm>
          <a:prstGeom prst="rect">
            <a:avLst/>
          </a:prstGeom>
          <a:noFill/>
          <a:ln>
            <a:noFill/>
          </a:ln>
        </p:spPr>
      </p:pic>
      <p:sp>
        <p:nvSpPr>
          <p:cNvPr id="89" name="Google Shape;89;p7"/>
          <p:cNvSpPr/>
          <p:nvPr/>
        </p:nvSpPr>
        <p:spPr>
          <a:xfrm>
            <a:off x="685800" y="1380744"/>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0000"/>
              </a:buClr>
              <a:buSzPts val="3840"/>
              <a:buFont typeface="Arial"/>
              <a:buNone/>
            </a:pPr>
            <a:r>
              <a:rPr b="0" i="0" lang="en-US" sz="3840" u="none" cap="none" strike="noStrike">
                <a:solidFill>
                  <a:srgbClr val="FF0000"/>
                </a:solidFill>
                <a:latin typeface="Arial"/>
                <a:ea typeface="Arial"/>
                <a:cs typeface="Arial"/>
                <a:sym typeface="Arial"/>
              </a:rPr>
              <a:t>Digital Portfolio Project Overview(2)</a:t>
            </a:r>
            <a:endParaRPr b="0" i="0" sz="3840" u="none" cap="none" strike="noStrike">
              <a:solidFill>
                <a:srgbClr val="FF0000"/>
              </a:solidFill>
            </a:endParaRPr>
          </a:p>
        </p:txBody>
      </p:sp>
      <p:sp>
        <p:nvSpPr>
          <p:cNvPr id="90" name="Google Shape;90;p7"/>
          <p:cNvSpPr/>
          <p:nvPr/>
        </p:nvSpPr>
        <p:spPr>
          <a:xfrm>
            <a:off x="786384" y="4032504"/>
            <a:ext cx="3538728"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Results and Screenshots</a:t>
            </a:r>
            <a:endParaRPr b="0" i="0" sz="1920" u="none" cap="none" strike="noStrike"/>
          </a:p>
        </p:txBody>
      </p:sp>
      <p:sp>
        <p:nvSpPr>
          <p:cNvPr id="91" name="Google Shape;91;p7"/>
          <p:cNvSpPr/>
          <p:nvPr/>
        </p:nvSpPr>
        <p:spPr>
          <a:xfrm>
            <a:off x="786384" y="4553712"/>
            <a:ext cx="3538728" cy="493776"/>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Outcome of a process with visual evidence.</a:t>
            </a:r>
            <a:endParaRPr b="0" i="0" sz="1530" u="none" cap="none" strike="noStrike"/>
          </a:p>
        </p:txBody>
      </p:sp>
      <p:sp>
        <p:nvSpPr>
          <p:cNvPr id="92" name="Google Shape;92;p7"/>
          <p:cNvSpPr/>
          <p:nvPr/>
        </p:nvSpPr>
        <p:spPr>
          <a:xfrm>
            <a:off x="5020056" y="435254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93" name="Google Shape;93;p7"/>
          <p:cNvSpPr/>
          <p:nvPr/>
        </p:nvSpPr>
        <p:spPr>
          <a:xfrm>
            <a:off x="8366760" y="2423160"/>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94" name="Google Shape;94;p7"/>
          <p:cNvSpPr/>
          <p:nvPr/>
        </p:nvSpPr>
        <p:spPr>
          <a:xfrm>
            <a:off x="9930384" y="2798064"/>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Conclusion</a:t>
            </a:r>
            <a:endParaRPr b="0" i="0" sz="1920" u="none" cap="none" strike="noStrike"/>
          </a:p>
        </p:txBody>
      </p:sp>
      <p:sp>
        <p:nvSpPr>
          <p:cNvPr id="95" name="Google Shape;95;p7"/>
          <p:cNvSpPr/>
          <p:nvPr/>
        </p:nvSpPr>
        <p:spPr>
          <a:xfrm>
            <a:off x="8366760" y="6291072"/>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SzPts val="1920"/>
              <a:buFont typeface="Arial"/>
              <a:buNone/>
            </a:pPr>
            <a:r>
              <a:t/>
            </a:r>
            <a:endParaRPr b="0" i="0" sz="1920" u="none" cap="none" strike="noStrike"/>
          </a:p>
        </p:txBody>
      </p:sp>
      <p:sp>
        <p:nvSpPr>
          <p:cNvPr id="96" name="Google Shape;96;p7"/>
          <p:cNvSpPr/>
          <p:nvPr/>
        </p:nvSpPr>
        <p:spPr>
          <a:xfrm>
            <a:off x="9930384" y="3319272"/>
            <a:ext cx="3922776"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 A summary of key points and final thoughts.</a:t>
            </a:r>
            <a:endParaRPr b="0" i="0" sz="1530" u="none" cap="none" strike="noStrike"/>
          </a:p>
        </p:txBody>
      </p:sp>
      <p:sp>
        <p:nvSpPr>
          <p:cNvPr id="97" name="Google Shape;97;p7"/>
          <p:cNvSpPr/>
          <p:nvPr/>
        </p:nvSpPr>
        <p:spPr>
          <a:xfrm>
            <a:off x="9930384" y="5266944"/>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GitHub Link</a:t>
            </a:r>
            <a:endParaRPr b="0" i="0" sz="1920" u="none" cap="none" strike="noStrike"/>
          </a:p>
        </p:txBody>
      </p:sp>
      <p:sp>
        <p:nvSpPr>
          <p:cNvPr id="98" name="Google Shape;98;p7"/>
          <p:cNvSpPr/>
          <p:nvPr/>
        </p:nvSpPr>
        <p:spPr>
          <a:xfrm>
            <a:off x="9930384" y="5788152"/>
            <a:ext cx="3922776"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URL linking to a repository or project on GitHub.</a:t>
            </a:r>
            <a:endParaRPr b="0" i="0" sz="153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preencoded.png" id="104" name="Google Shape;104;p8"/>
          <p:cNvPicPr preferRelativeResize="0"/>
          <p:nvPr/>
        </p:nvPicPr>
        <p:blipFill rotWithShape="1">
          <a:blip r:embed="rId3">
            <a:alphaModFix/>
          </a:blip>
          <a:srcRect b="179" l="0" r="0" t="180"/>
          <a:stretch/>
        </p:blipFill>
        <p:spPr>
          <a:xfrm>
            <a:off x="0" y="0"/>
            <a:ext cx="14630400" cy="8238744"/>
          </a:xfrm>
          <a:prstGeom prst="rect">
            <a:avLst/>
          </a:prstGeom>
          <a:noFill/>
          <a:ln>
            <a:noFill/>
          </a:ln>
        </p:spPr>
      </p:pic>
      <p:pic>
        <p:nvPicPr>
          <p:cNvPr descr="preencoded.png" id="105" name="Google Shape;105;p8"/>
          <p:cNvPicPr preferRelativeResize="0"/>
          <p:nvPr/>
        </p:nvPicPr>
        <p:blipFill rotWithShape="1">
          <a:blip r:embed="rId4">
            <a:alphaModFix/>
          </a:blip>
          <a:srcRect b="36967" l="0" r="0" t="36968"/>
          <a:stretch/>
        </p:blipFill>
        <p:spPr>
          <a:xfrm>
            <a:off x="0" y="0"/>
            <a:ext cx="14630400" cy="2322576"/>
          </a:xfrm>
          <a:prstGeom prst="rect">
            <a:avLst/>
          </a:prstGeom>
          <a:noFill/>
          <a:ln>
            <a:noFill/>
          </a:ln>
        </p:spPr>
      </p:pic>
      <p:pic>
        <p:nvPicPr>
          <p:cNvPr descr="preencoded.png" id="106" name="Google Shape;106;p8"/>
          <p:cNvPicPr preferRelativeResize="0"/>
          <p:nvPr/>
        </p:nvPicPr>
        <p:blipFill rotWithShape="1">
          <a:blip r:embed="rId5">
            <a:alphaModFix/>
          </a:blip>
          <a:srcRect b="0" l="0" r="0" t="0"/>
          <a:stretch/>
        </p:blipFill>
        <p:spPr>
          <a:xfrm>
            <a:off x="704088" y="4626864"/>
            <a:ext cx="4270248" cy="1911096"/>
          </a:xfrm>
          <a:prstGeom prst="rect">
            <a:avLst/>
          </a:prstGeom>
          <a:noFill/>
          <a:ln>
            <a:noFill/>
          </a:ln>
        </p:spPr>
      </p:pic>
      <p:pic>
        <p:nvPicPr>
          <p:cNvPr descr="preencoded.png" id="107" name="Google Shape;107;p8"/>
          <p:cNvPicPr preferRelativeResize="0"/>
          <p:nvPr/>
        </p:nvPicPr>
        <p:blipFill rotWithShape="1">
          <a:blip r:embed="rId5">
            <a:alphaModFix/>
          </a:blip>
          <a:srcRect b="0" l="0" r="0" t="0"/>
          <a:stretch/>
        </p:blipFill>
        <p:spPr>
          <a:xfrm>
            <a:off x="5184648" y="4626864"/>
            <a:ext cx="4270248" cy="1911096"/>
          </a:xfrm>
          <a:prstGeom prst="rect">
            <a:avLst/>
          </a:prstGeom>
          <a:noFill/>
          <a:ln>
            <a:noFill/>
          </a:ln>
        </p:spPr>
      </p:pic>
      <p:pic>
        <p:nvPicPr>
          <p:cNvPr descr="preencoded.png" id="108" name="Google Shape;108;p8"/>
          <p:cNvPicPr preferRelativeResize="0"/>
          <p:nvPr/>
        </p:nvPicPr>
        <p:blipFill rotWithShape="1">
          <a:blip r:embed="rId5">
            <a:alphaModFix/>
          </a:blip>
          <a:srcRect b="0" l="0" r="0" t="0"/>
          <a:stretch/>
        </p:blipFill>
        <p:spPr>
          <a:xfrm>
            <a:off x="9674352" y="4626864"/>
            <a:ext cx="4270248" cy="1911096"/>
          </a:xfrm>
          <a:prstGeom prst="rect">
            <a:avLst/>
          </a:prstGeom>
          <a:noFill/>
          <a:ln>
            <a:noFill/>
          </a:ln>
        </p:spPr>
      </p:pic>
      <p:pic>
        <p:nvPicPr>
          <p:cNvPr descr="preencoded.png" id="109" name="Google Shape;109;p8"/>
          <p:cNvPicPr preferRelativeResize="0"/>
          <p:nvPr/>
        </p:nvPicPr>
        <p:blipFill rotWithShape="1">
          <a:blip r:embed="rId6">
            <a:alphaModFix/>
          </a:blip>
          <a:srcRect b="0" l="0" r="0" t="0"/>
          <a:stretch/>
        </p:blipFill>
        <p:spPr>
          <a:xfrm>
            <a:off x="1481328" y="4828032"/>
            <a:ext cx="3291840" cy="1517904"/>
          </a:xfrm>
          <a:prstGeom prst="rect">
            <a:avLst/>
          </a:prstGeom>
          <a:noFill/>
          <a:ln>
            <a:noFill/>
          </a:ln>
        </p:spPr>
      </p:pic>
      <p:pic>
        <p:nvPicPr>
          <p:cNvPr descr="preencoded.png" id="110" name="Google Shape;110;p8"/>
          <p:cNvPicPr preferRelativeResize="0"/>
          <p:nvPr/>
        </p:nvPicPr>
        <p:blipFill rotWithShape="1">
          <a:blip r:embed="rId6">
            <a:alphaModFix/>
          </a:blip>
          <a:srcRect b="0" l="0" r="0" t="0"/>
          <a:stretch/>
        </p:blipFill>
        <p:spPr>
          <a:xfrm>
            <a:off x="5971032" y="4828032"/>
            <a:ext cx="3291840" cy="1517904"/>
          </a:xfrm>
          <a:prstGeom prst="rect">
            <a:avLst/>
          </a:prstGeom>
          <a:noFill/>
          <a:ln>
            <a:noFill/>
          </a:ln>
        </p:spPr>
      </p:pic>
      <p:pic>
        <p:nvPicPr>
          <p:cNvPr descr="preencoded.png" id="111" name="Google Shape;111;p8"/>
          <p:cNvPicPr preferRelativeResize="0"/>
          <p:nvPr/>
        </p:nvPicPr>
        <p:blipFill rotWithShape="1">
          <a:blip r:embed="rId6">
            <a:alphaModFix/>
          </a:blip>
          <a:srcRect b="0" l="0" r="0" t="0"/>
          <a:stretch/>
        </p:blipFill>
        <p:spPr>
          <a:xfrm>
            <a:off x="10451592" y="4828032"/>
            <a:ext cx="3291840" cy="1517904"/>
          </a:xfrm>
          <a:prstGeom prst="rect">
            <a:avLst/>
          </a:prstGeom>
          <a:noFill/>
          <a:ln>
            <a:noFill/>
          </a:ln>
        </p:spPr>
      </p:pic>
      <p:pic>
        <p:nvPicPr>
          <p:cNvPr descr="preencoded.png" id="112" name="Google Shape;112;p8"/>
          <p:cNvPicPr preferRelativeResize="0"/>
          <p:nvPr/>
        </p:nvPicPr>
        <p:blipFill rotWithShape="1">
          <a:blip r:embed="rId7">
            <a:alphaModFix/>
          </a:blip>
          <a:srcRect b="0" l="0" r="0" t="0"/>
          <a:stretch/>
        </p:blipFill>
        <p:spPr>
          <a:xfrm>
            <a:off x="877824" y="4809744"/>
            <a:ext cx="420624" cy="420624"/>
          </a:xfrm>
          <a:prstGeom prst="rect">
            <a:avLst/>
          </a:prstGeom>
          <a:noFill/>
          <a:ln>
            <a:noFill/>
          </a:ln>
        </p:spPr>
      </p:pic>
      <p:pic>
        <p:nvPicPr>
          <p:cNvPr descr="preencoded.png" id="113" name="Google Shape;113;p8"/>
          <p:cNvPicPr preferRelativeResize="0"/>
          <p:nvPr/>
        </p:nvPicPr>
        <p:blipFill rotWithShape="1">
          <a:blip r:embed="rId7">
            <a:alphaModFix/>
          </a:blip>
          <a:srcRect b="0" l="0" r="0" t="0"/>
          <a:stretch/>
        </p:blipFill>
        <p:spPr>
          <a:xfrm>
            <a:off x="5367528" y="4809744"/>
            <a:ext cx="420624" cy="420624"/>
          </a:xfrm>
          <a:prstGeom prst="rect">
            <a:avLst/>
          </a:prstGeom>
          <a:noFill/>
          <a:ln>
            <a:noFill/>
          </a:ln>
        </p:spPr>
      </p:pic>
      <p:pic>
        <p:nvPicPr>
          <p:cNvPr descr="preencoded.png" id="114" name="Google Shape;114;p8"/>
          <p:cNvPicPr preferRelativeResize="0"/>
          <p:nvPr/>
        </p:nvPicPr>
        <p:blipFill rotWithShape="1">
          <a:blip r:embed="rId7">
            <a:alphaModFix/>
          </a:blip>
          <a:srcRect b="0" l="0" r="0" t="0"/>
          <a:stretch/>
        </p:blipFill>
        <p:spPr>
          <a:xfrm>
            <a:off x="9857232" y="4809744"/>
            <a:ext cx="420624" cy="420624"/>
          </a:xfrm>
          <a:prstGeom prst="rect">
            <a:avLst/>
          </a:prstGeom>
          <a:noFill/>
          <a:ln>
            <a:noFill/>
          </a:ln>
        </p:spPr>
      </p:pic>
      <p:sp>
        <p:nvSpPr>
          <p:cNvPr id="115" name="Google Shape;115;p8"/>
          <p:cNvSpPr/>
          <p:nvPr/>
        </p:nvSpPr>
        <p:spPr>
          <a:xfrm>
            <a:off x="685800" y="3785616"/>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B3E88"/>
              </a:buClr>
              <a:buSzPts val="3840"/>
              <a:buFont typeface="Arial"/>
              <a:buNone/>
            </a:pPr>
            <a:r>
              <a:rPr b="0" i="0" lang="en-US" sz="3840" u="none" cap="none" strike="noStrike">
                <a:solidFill>
                  <a:srgbClr val="1B3E88"/>
                </a:solidFill>
                <a:latin typeface="Arial"/>
                <a:ea typeface="Arial"/>
                <a:cs typeface="Arial"/>
                <a:sym typeface="Arial"/>
              </a:rPr>
              <a:t>Digital Portfolios: A Solution for Visibility</a:t>
            </a:r>
            <a:endParaRPr b="0" i="0" sz="3840" u="none" cap="none" strike="noStrike"/>
          </a:p>
        </p:txBody>
      </p:sp>
      <p:sp>
        <p:nvSpPr>
          <p:cNvPr id="116" name="Google Shape;116;p8"/>
          <p:cNvSpPr/>
          <p:nvPr/>
        </p:nvSpPr>
        <p:spPr>
          <a:xfrm>
            <a:off x="1024128" y="4846320"/>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1</a:t>
            </a:r>
            <a:endParaRPr b="0" i="0" sz="1920" u="none" cap="none" strike="noStrike"/>
          </a:p>
        </p:txBody>
      </p:sp>
      <p:sp>
        <p:nvSpPr>
          <p:cNvPr id="117" name="Google Shape;117;p8"/>
          <p:cNvSpPr/>
          <p:nvPr/>
        </p:nvSpPr>
        <p:spPr>
          <a:xfrm>
            <a:off x="1481328" y="4828032"/>
            <a:ext cx="3291840"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Traditional Resumes Limit Visibility</a:t>
            </a:r>
            <a:endParaRPr b="0" i="0" sz="1920" u="none" cap="none" strike="noStrike"/>
          </a:p>
        </p:txBody>
      </p:sp>
      <p:sp>
        <p:nvSpPr>
          <p:cNvPr id="118" name="Google Shape;118;p8"/>
          <p:cNvSpPr/>
          <p:nvPr/>
        </p:nvSpPr>
        <p:spPr>
          <a:xfrm>
            <a:off x="1481328" y="5614416"/>
            <a:ext cx="3291840"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Traditional resumes can be limiting in terms of visibility, especially with applicant tracking systems and online job platforms. </a:t>
            </a:r>
            <a:endParaRPr b="0" i="0" sz="1530" u="none" cap="none" strike="noStrike"/>
          </a:p>
        </p:txBody>
      </p:sp>
      <p:sp>
        <p:nvSpPr>
          <p:cNvPr id="119" name="Google Shape;119;p8"/>
          <p:cNvSpPr/>
          <p:nvPr/>
        </p:nvSpPr>
        <p:spPr>
          <a:xfrm>
            <a:off x="5513832" y="4846320"/>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2</a:t>
            </a:r>
            <a:endParaRPr b="0" i="0" sz="1920" u="none" cap="none" strike="noStrike"/>
          </a:p>
        </p:txBody>
      </p:sp>
      <p:sp>
        <p:nvSpPr>
          <p:cNvPr id="120" name="Google Shape;120;p8"/>
          <p:cNvSpPr/>
          <p:nvPr/>
        </p:nvSpPr>
        <p:spPr>
          <a:xfrm>
            <a:off x="5971032" y="4828032"/>
            <a:ext cx="329184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Lack of Online Presence</a:t>
            </a:r>
            <a:endParaRPr b="0" i="0" sz="1920" u="none" cap="none" strike="noStrike"/>
          </a:p>
        </p:txBody>
      </p:sp>
      <p:sp>
        <p:nvSpPr>
          <p:cNvPr id="121" name="Google Shape;121;p8"/>
          <p:cNvSpPr/>
          <p:nvPr/>
        </p:nvSpPr>
        <p:spPr>
          <a:xfrm>
            <a:off x="5971032" y="5303520"/>
            <a:ext cx="3291840"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Limited or no visibility on digital platforms, making it hard to reach a wider audience.</a:t>
            </a:r>
            <a:endParaRPr b="0" i="0" sz="1530" u="none" cap="none" strike="noStrike"/>
          </a:p>
        </p:txBody>
      </p:sp>
      <p:sp>
        <p:nvSpPr>
          <p:cNvPr id="122" name="Google Shape;122;p8"/>
          <p:cNvSpPr/>
          <p:nvPr/>
        </p:nvSpPr>
        <p:spPr>
          <a:xfrm>
            <a:off x="9994392" y="4846320"/>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3</a:t>
            </a:r>
            <a:endParaRPr b="0" i="0" sz="1920" u="none" cap="none" strike="noStrike"/>
          </a:p>
        </p:txBody>
      </p:sp>
      <p:sp>
        <p:nvSpPr>
          <p:cNvPr id="123" name="Google Shape;123;p8"/>
          <p:cNvSpPr/>
          <p:nvPr/>
        </p:nvSpPr>
        <p:spPr>
          <a:xfrm>
            <a:off x="10451592" y="4828032"/>
            <a:ext cx="3291840"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Digital Portfolios Offer Solutions</a:t>
            </a:r>
            <a:endParaRPr b="0" i="0" sz="1920" u="none" cap="none" strike="noStrike"/>
          </a:p>
        </p:txBody>
      </p:sp>
      <p:sp>
        <p:nvSpPr>
          <p:cNvPr id="124" name="Google Shape;124;p8"/>
          <p:cNvSpPr/>
          <p:nvPr/>
        </p:nvSpPr>
        <p:spPr>
          <a:xfrm>
            <a:off x="10451592" y="5614416"/>
            <a:ext cx="3291840"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SzPts val="1530"/>
              <a:buFont typeface="Arial"/>
              <a:buNone/>
            </a:pPr>
            <a:r>
              <a:rPr b="0" i="0" lang="en-US" sz="1530" u="none" cap="none" strike="noStrike"/>
              <a:t>Showcase work, skills, and accomplishments online, increasing visibility and accessibility.</a:t>
            </a:r>
            <a:endParaRPr b="0" i="0" sz="153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preencoded.png" id="130" name="Google Shape;130;p9"/>
          <p:cNvPicPr preferRelativeResize="0"/>
          <p:nvPr/>
        </p:nvPicPr>
        <p:blipFill rotWithShape="1">
          <a:blip r:embed="rId3">
            <a:alphaModFix/>
          </a:blip>
          <a:srcRect b="179" l="0" r="0" t="180"/>
          <a:stretch/>
        </p:blipFill>
        <p:spPr>
          <a:xfrm>
            <a:off x="0" y="0"/>
            <a:ext cx="14630400" cy="8238744"/>
          </a:xfrm>
          <a:prstGeom prst="rect">
            <a:avLst/>
          </a:prstGeom>
          <a:noFill/>
          <a:ln>
            <a:noFill/>
          </a:ln>
        </p:spPr>
      </p:pic>
      <p:pic>
        <p:nvPicPr>
          <p:cNvPr descr="preencoded.png" id="131" name="Google Shape;131;p9"/>
          <p:cNvPicPr preferRelativeResize="0"/>
          <p:nvPr/>
        </p:nvPicPr>
        <p:blipFill rotWithShape="1">
          <a:blip r:embed="rId4">
            <a:alphaModFix/>
          </a:blip>
          <a:srcRect b="0" l="0" r="0" t="0"/>
          <a:stretch/>
        </p:blipFill>
        <p:spPr>
          <a:xfrm>
            <a:off x="795528" y="2514600"/>
            <a:ext cx="4005072" cy="2642616"/>
          </a:xfrm>
          <a:prstGeom prst="rect">
            <a:avLst/>
          </a:prstGeom>
          <a:noFill/>
          <a:ln>
            <a:noFill/>
          </a:ln>
        </p:spPr>
      </p:pic>
      <p:pic>
        <p:nvPicPr>
          <p:cNvPr descr="preencoded.png" id="132" name="Google Shape;132;p9"/>
          <p:cNvPicPr preferRelativeResize="0"/>
          <p:nvPr/>
        </p:nvPicPr>
        <p:blipFill rotWithShape="1">
          <a:blip r:embed="rId5">
            <a:alphaModFix/>
          </a:blip>
          <a:srcRect b="0" l="0" r="0" t="0"/>
          <a:stretch/>
        </p:blipFill>
        <p:spPr>
          <a:xfrm>
            <a:off x="5321808" y="2514600"/>
            <a:ext cx="4005072" cy="2642616"/>
          </a:xfrm>
          <a:prstGeom prst="rect">
            <a:avLst/>
          </a:prstGeom>
          <a:noFill/>
          <a:ln>
            <a:noFill/>
          </a:ln>
        </p:spPr>
      </p:pic>
      <p:pic>
        <p:nvPicPr>
          <p:cNvPr descr="preencoded.png" id="133" name="Google Shape;133;p9"/>
          <p:cNvPicPr preferRelativeResize="0"/>
          <p:nvPr/>
        </p:nvPicPr>
        <p:blipFill rotWithShape="1">
          <a:blip r:embed="rId6">
            <a:alphaModFix/>
          </a:blip>
          <a:srcRect b="0" l="0" r="0" t="0"/>
          <a:stretch/>
        </p:blipFill>
        <p:spPr>
          <a:xfrm>
            <a:off x="9838944" y="2514600"/>
            <a:ext cx="4005072" cy="2642616"/>
          </a:xfrm>
          <a:prstGeom prst="rect">
            <a:avLst/>
          </a:prstGeom>
          <a:noFill/>
          <a:ln>
            <a:noFill/>
          </a:ln>
        </p:spPr>
      </p:pic>
      <p:sp>
        <p:nvSpPr>
          <p:cNvPr id="134" name="Google Shape;134;p9"/>
          <p:cNvSpPr/>
          <p:nvPr/>
        </p:nvSpPr>
        <p:spPr>
          <a:xfrm>
            <a:off x="685800" y="1572768"/>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B3E88"/>
              </a:buClr>
              <a:buSzPts val="3840"/>
              <a:buFont typeface="Arial"/>
              <a:buNone/>
            </a:pPr>
            <a:r>
              <a:rPr b="0" i="0" lang="en-US" sz="3840" u="none" cap="none" strike="noStrike">
                <a:solidFill>
                  <a:srgbClr val="1B3E88"/>
                </a:solidFill>
                <a:latin typeface="Arial"/>
                <a:ea typeface="Arial"/>
                <a:cs typeface="Arial"/>
                <a:sym typeface="Arial"/>
              </a:rPr>
              <a:t>Digital Portal Project Overview</a:t>
            </a:r>
            <a:endParaRPr b="0" i="0" sz="3840" u="none" cap="none" strike="noStrike"/>
          </a:p>
        </p:txBody>
      </p:sp>
      <p:sp>
        <p:nvSpPr>
          <p:cNvPr id="135" name="Google Shape;135;p9"/>
          <p:cNvSpPr/>
          <p:nvPr/>
        </p:nvSpPr>
        <p:spPr>
          <a:xfrm>
            <a:off x="795528" y="5349240"/>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Centralized Access</a:t>
            </a:r>
            <a:endParaRPr b="0" i="0" sz="1920" u="none" cap="none" strike="noStrike"/>
          </a:p>
        </p:txBody>
      </p:sp>
      <p:sp>
        <p:nvSpPr>
          <p:cNvPr id="136" name="Google Shape;136;p9"/>
          <p:cNvSpPr/>
          <p:nvPr/>
        </p:nvSpPr>
        <p:spPr>
          <a:xfrm>
            <a:off x="795528" y="5824728"/>
            <a:ext cx="4005072" cy="731520"/>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Single-point entry or control, streamlining management and security.</a:t>
            </a:r>
            <a:endParaRPr b="0" i="0" sz="1530" u="none" cap="none" strike="noStrike"/>
          </a:p>
        </p:txBody>
      </p:sp>
      <p:sp>
        <p:nvSpPr>
          <p:cNvPr id="137" name="Google Shape;137;p9"/>
          <p:cNvSpPr/>
          <p:nvPr/>
        </p:nvSpPr>
        <p:spPr>
          <a:xfrm>
            <a:off x="5321808" y="5349240"/>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Enhanced User Experience</a:t>
            </a:r>
            <a:endParaRPr b="0" i="0" sz="1920" u="none" cap="none" strike="noStrike"/>
          </a:p>
        </p:txBody>
      </p:sp>
      <p:sp>
        <p:nvSpPr>
          <p:cNvPr id="138" name="Google Shape;138;p9"/>
          <p:cNvSpPr/>
          <p:nvPr/>
        </p:nvSpPr>
        <p:spPr>
          <a:xfrm>
            <a:off x="5321808" y="5824728"/>
            <a:ext cx="4005072" cy="731520"/>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Intuitive, seamless, and engaging interactions that meet user needs and expectations.</a:t>
            </a:r>
            <a:endParaRPr b="0" i="0" sz="1530" u="none" cap="none" strike="noStrike"/>
          </a:p>
        </p:txBody>
      </p:sp>
      <p:sp>
        <p:nvSpPr>
          <p:cNvPr id="139" name="Google Shape;139;p9"/>
          <p:cNvSpPr/>
          <p:nvPr/>
        </p:nvSpPr>
        <p:spPr>
          <a:xfrm>
            <a:off x="9838944" y="5349240"/>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Scalable Foundation</a:t>
            </a:r>
            <a:endParaRPr b="0" i="0" sz="1920" u="none" cap="none" strike="noStrike"/>
          </a:p>
        </p:txBody>
      </p:sp>
      <p:sp>
        <p:nvSpPr>
          <p:cNvPr id="140" name="Google Shape;140;p9"/>
          <p:cNvSpPr/>
          <p:nvPr/>
        </p:nvSpPr>
        <p:spPr>
          <a:xfrm>
            <a:off x="9838944" y="5824728"/>
            <a:ext cx="4005072" cy="731520"/>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flexible and adaptable base that supports growth, expansion, and increased demands.</a:t>
            </a:r>
            <a:endParaRPr b="0" i="0" sz="153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descr="preencoded.png" id="146" name="Google Shape;146;p10"/>
          <p:cNvPicPr preferRelativeResize="0"/>
          <p:nvPr/>
        </p:nvPicPr>
        <p:blipFill rotWithShape="1">
          <a:blip r:embed="rId3">
            <a:alphaModFix/>
          </a:blip>
          <a:srcRect b="14850" l="0" r="0" t="14850"/>
          <a:stretch/>
        </p:blipFill>
        <p:spPr>
          <a:xfrm>
            <a:off x="0" y="0"/>
            <a:ext cx="14630400" cy="8284425"/>
          </a:xfrm>
          <a:prstGeom prst="rect">
            <a:avLst/>
          </a:prstGeom>
          <a:noFill/>
          <a:ln>
            <a:noFill/>
          </a:ln>
        </p:spPr>
      </p:pic>
      <p:pic>
        <p:nvPicPr>
          <p:cNvPr descr="preencoded.png" id="147" name="Google Shape;147;p10"/>
          <p:cNvPicPr preferRelativeResize="0"/>
          <p:nvPr/>
        </p:nvPicPr>
        <p:blipFill rotWithShape="1">
          <a:blip r:embed="rId4">
            <a:alphaModFix/>
          </a:blip>
          <a:srcRect b="0" l="0" r="0" t="0"/>
          <a:stretch/>
        </p:blipFill>
        <p:spPr>
          <a:xfrm>
            <a:off x="5001768" y="2212848"/>
            <a:ext cx="4645152" cy="4645152"/>
          </a:xfrm>
          <a:prstGeom prst="rect">
            <a:avLst/>
          </a:prstGeom>
          <a:noFill/>
          <a:ln>
            <a:noFill/>
          </a:ln>
        </p:spPr>
      </p:pic>
      <p:pic>
        <p:nvPicPr>
          <p:cNvPr descr="preencoded.png" id="148" name="Google Shape;148;p10"/>
          <p:cNvPicPr preferRelativeResize="0"/>
          <p:nvPr/>
        </p:nvPicPr>
        <p:blipFill rotWithShape="1">
          <a:blip r:embed="rId5">
            <a:alphaModFix/>
          </a:blip>
          <a:srcRect b="0" l="0" r="0" t="0"/>
          <a:stretch/>
        </p:blipFill>
        <p:spPr>
          <a:xfrm>
            <a:off x="5001768" y="2212848"/>
            <a:ext cx="4645152" cy="4645152"/>
          </a:xfrm>
          <a:prstGeom prst="rect">
            <a:avLst/>
          </a:prstGeom>
          <a:noFill/>
          <a:ln>
            <a:noFill/>
          </a:ln>
        </p:spPr>
      </p:pic>
      <p:pic>
        <p:nvPicPr>
          <p:cNvPr descr="preencoded.png" id="149" name="Google Shape;149;p10"/>
          <p:cNvPicPr preferRelativeResize="0"/>
          <p:nvPr/>
        </p:nvPicPr>
        <p:blipFill rotWithShape="1">
          <a:blip r:embed="rId6">
            <a:alphaModFix/>
          </a:blip>
          <a:srcRect b="0" l="0" r="0" t="0"/>
          <a:stretch/>
        </p:blipFill>
        <p:spPr>
          <a:xfrm>
            <a:off x="5001768" y="2212848"/>
            <a:ext cx="4645152" cy="4645152"/>
          </a:xfrm>
          <a:prstGeom prst="rect">
            <a:avLst/>
          </a:prstGeom>
          <a:noFill/>
          <a:ln>
            <a:noFill/>
          </a:ln>
        </p:spPr>
      </p:pic>
      <p:pic>
        <p:nvPicPr>
          <p:cNvPr descr="preencoded.png" id="150" name="Google Shape;150;p10"/>
          <p:cNvPicPr preferRelativeResize="0"/>
          <p:nvPr/>
        </p:nvPicPr>
        <p:blipFill rotWithShape="1">
          <a:blip r:embed="rId7">
            <a:alphaModFix/>
          </a:blip>
          <a:srcRect b="0" l="0" r="0" t="0"/>
          <a:stretch/>
        </p:blipFill>
        <p:spPr>
          <a:xfrm>
            <a:off x="5001768" y="2212848"/>
            <a:ext cx="4645152" cy="4645152"/>
          </a:xfrm>
          <a:prstGeom prst="rect">
            <a:avLst/>
          </a:prstGeom>
          <a:noFill/>
          <a:ln>
            <a:noFill/>
          </a:ln>
        </p:spPr>
      </p:pic>
      <p:sp>
        <p:nvSpPr>
          <p:cNvPr id="151" name="Google Shape;151;p10"/>
          <p:cNvSpPr/>
          <p:nvPr/>
        </p:nvSpPr>
        <p:spPr>
          <a:xfrm>
            <a:off x="685800" y="1380744"/>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B3E88"/>
              </a:buClr>
              <a:buSzPts val="3840"/>
              <a:buFont typeface="Arial"/>
              <a:buNone/>
            </a:pPr>
            <a:r>
              <a:rPr b="0" i="0" lang="en-US" sz="3840" u="none" cap="none" strike="noStrike">
                <a:solidFill>
                  <a:srgbClr val="1B3E88"/>
                </a:solidFill>
                <a:latin typeface="Arial"/>
                <a:ea typeface="Arial"/>
                <a:cs typeface="Arial"/>
                <a:sym typeface="Arial"/>
              </a:rPr>
              <a:t>End Users</a:t>
            </a:r>
            <a:endParaRPr b="0" i="0" sz="3840" u="none" cap="none" strike="noStrike"/>
          </a:p>
        </p:txBody>
      </p:sp>
      <p:sp>
        <p:nvSpPr>
          <p:cNvPr id="152" name="Google Shape;152;p10"/>
          <p:cNvSpPr/>
          <p:nvPr/>
        </p:nvSpPr>
        <p:spPr>
          <a:xfrm>
            <a:off x="786384" y="2670048"/>
            <a:ext cx="3922776"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Students</a:t>
            </a:r>
            <a:endParaRPr b="0" i="0" sz="1920" u="none" cap="none" strike="noStrike"/>
          </a:p>
        </p:txBody>
      </p:sp>
      <p:sp>
        <p:nvSpPr>
          <p:cNvPr id="153" name="Google Shape;153;p10"/>
          <p:cNvSpPr/>
          <p:nvPr/>
        </p:nvSpPr>
        <p:spPr>
          <a:xfrm>
            <a:off x="786384" y="3200400"/>
            <a:ext cx="3922776" cy="731520"/>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The ultimate target audience for educational products, services, or systems, directly benefiting from or impacted by their and functionality. </a:t>
            </a:r>
            <a:endParaRPr b="0" i="0" sz="1530" u="none" cap="none" strike="noStrike"/>
          </a:p>
        </p:txBody>
      </p:sp>
      <p:sp>
        <p:nvSpPr>
          <p:cNvPr id="154" name="Google Shape;154;p10"/>
          <p:cNvSpPr/>
          <p:nvPr/>
        </p:nvSpPr>
        <p:spPr>
          <a:xfrm>
            <a:off x="786384" y="5138928"/>
            <a:ext cx="3922776" cy="310896"/>
          </a:xfrm>
          <a:prstGeom prst="rect">
            <a:avLst/>
          </a:prstGeom>
          <a:noFill/>
          <a:ln>
            <a:noFill/>
          </a:ln>
        </p:spPr>
        <p:txBody>
          <a:bodyPr anchorCtr="0" anchor="ctr" bIns="0" lIns="0" spcFirstLastPara="1" rIns="0" wrap="square" tIns="0">
            <a:noAutofit/>
          </a:bodyPr>
          <a:lstStyle/>
          <a:p>
            <a:pPr indent="0" lvl="0" marL="0" marR="0" rtl="0" algn="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Employers</a:t>
            </a:r>
            <a:endParaRPr b="0" i="0" sz="1920" u="none" cap="none" strike="noStrike"/>
          </a:p>
        </p:txBody>
      </p:sp>
      <p:sp>
        <p:nvSpPr>
          <p:cNvPr id="155" name="Google Shape;155;p10"/>
          <p:cNvSpPr/>
          <p:nvPr/>
        </p:nvSpPr>
        <p:spPr>
          <a:xfrm>
            <a:off x="786384" y="5669280"/>
            <a:ext cx="3922776" cy="731520"/>
          </a:xfrm>
          <a:prstGeom prst="rect">
            <a:avLst/>
          </a:prstGeom>
          <a:noFill/>
          <a:ln>
            <a:noFill/>
          </a:ln>
        </p:spPr>
        <p:txBody>
          <a:bodyPr anchorCtr="0" anchor="ctr" bIns="0" lIns="0" spcFirstLastPara="1" rIns="0" wrap="square" tIns="0">
            <a:noAutofit/>
          </a:bodyPr>
          <a:lstStyle/>
          <a:p>
            <a:pPr indent="0" lvl="0" marL="0" marR="0" rtl="0" algn="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Individuals within an organization who directly interact with and utilize a product, service, or system to perform their job functions.</a:t>
            </a:r>
            <a:endParaRPr b="0" i="0" sz="1530" u="none" cap="none" strike="noStrike"/>
          </a:p>
        </p:txBody>
      </p:sp>
      <p:sp>
        <p:nvSpPr>
          <p:cNvPr id="156" name="Google Shape;156;p10"/>
          <p:cNvSpPr/>
          <p:nvPr/>
        </p:nvSpPr>
        <p:spPr>
          <a:xfrm>
            <a:off x="6099048" y="320954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1</a:t>
            </a:r>
            <a:endParaRPr b="0" i="0" sz="1920" u="none" cap="none" strike="noStrike"/>
          </a:p>
        </p:txBody>
      </p:sp>
      <p:sp>
        <p:nvSpPr>
          <p:cNvPr id="157" name="Google Shape;157;p10"/>
          <p:cNvSpPr/>
          <p:nvPr/>
        </p:nvSpPr>
        <p:spPr>
          <a:xfrm>
            <a:off x="6099048" y="5504688"/>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4</a:t>
            </a:r>
            <a:endParaRPr b="0" i="0" sz="1920" u="none" cap="none" strike="noStrike"/>
          </a:p>
        </p:txBody>
      </p:sp>
      <p:sp>
        <p:nvSpPr>
          <p:cNvPr id="158" name="Google Shape;158;p10"/>
          <p:cNvSpPr/>
          <p:nvPr/>
        </p:nvSpPr>
        <p:spPr>
          <a:xfrm>
            <a:off x="8403336" y="320954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2</a:t>
            </a:r>
            <a:endParaRPr b="0" i="0" sz="1920" u="none" cap="none" strike="noStrike"/>
          </a:p>
        </p:txBody>
      </p:sp>
      <p:sp>
        <p:nvSpPr>
          <p:cNvPr id="159" name="Google Shape;159;p10"/>
          <p:cNvSpPr/>
          <p:nvPr/>
        </p:nvSpPr>
        <p:spPr>
          <a:xfrm>
            <a:off x="8403336" y="5504688"/>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3</a:t>
            </a:r>
            <a:endParaRPr b="0" i="0" sz="1920" u="none" cap="none" strike="noStrike"/>
          </a:p>
        </p:txBody>
      </p:sp>
      <p:sp>
        <p:nvSpPr>
          <p:cNvPr id="160" name="Google Shape;160;p10"/>
          <p:cNvSpPr/>
          <p:nvPr/>
        </p:nvSpPr>
        <p:spPr>
          <a:xfrm>
            <a:off x="9930384" y="2670048"/>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Professionals</a:t>
            </a:r>
            <a:endParaRPr b="0" i="0" sz="1920" u="none" cap="none" strike="noStrike"/>
          </a:p>
        </p:txBody>
      </p:sp>
      <p:sp>
        <p:nvSpPr>
          <p:cNvPr id="161" name="Google Shape;161;p10"/>
          <p:cNvSpPr/>
          <p:nvPr/>
        </p:nvSpPr>
        <p:spPr>
          <a:xfrm>
            <a:off x="9930384" y="3200400"/>
            <a:ext cx="3922776"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Experts or specialists who utilize a product, service, or system to achieve specific professional goals, enhance productivity, or perform complex tasks.</a:t>
            </a:r>
            <a:endParaRPr b="0" i="0" sz="1530" u="none" cap="none" strike="noStrike"/>
          </a:p>
        </p:txBody>
      </p:sp>
      <p:sp>
        <p:nvSpPr>
          <p:cNvPr id="162" name="Google Shape;162;p10"/>
          <p:cNvSpPr/>
          <p:nvPr/>
        </p:nvSpPr>
        <p:spPr>
          <a:xfrm>
            <a:off x="9930384" y="5138928"/>
            <a:ext cx="3922776"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Educators</a:t>
            </a:r>
            <a:endParaRPr b="0" i="0" sz="1920" u="none" cap="none" strike="noStrike"/>
          </a:p>
        </p:txBody>
      </p:sp>
      <p:sp>
        <p:nvSpPr>
          <p:cNvPr id="163" name="Google Shape;163;p10"/>
          <p:cNvSpPr/>
          <p:nvPr/>
        </p:nvSpPr>
        <p:spPr>
          <a:xfrm>
            <a:off x="9930384" y="5669280"/>
            <a:ext cx="3922776"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Teachers, instructors, or trainers who utilize a product, service, or system to support teaching, lesson planning, and student learning outcomes.</a:t>
            </a:r>
            <a:endParaRPr b="0" i="0" sz="153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preencoded.png" id="169" name="Google Shape;169;p11"/>
          <p:cNvPicPr preferRelativeResize="0"/>
          <p:nvPr/>
        </p:nvPicPr>
        <p:blipFill rotWithShape="1">
          <a:blip r:embed="rId3">
            <a:alphaModFix/>
          </a:blip>
          <a:srcRect b="12627" l="0" r="0" t="12628"/>
          <a:stretch/>
        </p:blipFill>
        <p:spPr>
          <a:xfrm>
            <a:off x="0" y="0"/>
            <a:ext cx="14630400" cy="8238744"/>
          </a:xfrm>
          <a:prstGeom prst="rect">
            <a:avLst/>
          </a:prstGeom>
          <a:noFill/>
          <a:ln>
            <a:noFill/>
          </a:ln>
        </p:spPr>
      </p:pic>
      <p:pic>
        <p:nvPicPr>
          <p:cNvPr descr="preencoded.png" id="170" name="Google Shape;170;p11"/>
          <p:cNvPicPr preferRelativeResize="0"/>
          <p:nvPr/>
        </p:nvPicPr>
        <p:blipFill rotWithShape="1">
          <a:blip r:embed="rId3">
            <a:alphaModFix/>
          </a:blip>
          <a:srcRect b="39464" l="0" r="0" t="39465"/>
          <a:stretch/>
        </p:blipFill>
        <p:spPr>
          <a:xfrm>
            <a:off x="0" y="0"/>
            <a:ext cx="14630400" cy="2322576"/>
          </a:xfrm>
          <a:prstGeom prst="rect">
            <a:avLst/>
          </a:prstGeom>
          <a:noFill/>
          <a:ln>
            <a:noFill/>
          </a:ln>
        </p:spPr>
      </p:pic>
      <p:pic>
        <p:nvPicPr>
          <p:cNvPr descr="preencoded.png" id="171" name="Google Shape;171;p11"/>
          <p:cNvPicPr preferRelativeResize="0"/>
          <p:nvPr/>
        </p:nvPicPr>
        <p:blipFill rotWithShape="1">
          <a:blip r:embed="rId4">
            <a:alphaModFix/>
          </a:blip>
          <a:srcRect b="0" l="0" r="0" t="0"/>
          <a:stretch/>
        </p:blipFill>
        <p:spPr>
          <a:xfrm>
            <a:off x="704088" y="4114800"/>
            <a:ext cx="6510528" cy="1362456"/>
          </a:xfrm>
          <a:prstGeom prst="rect">
            <a:avLst/>
          </a:prstGeom>
          <a:noFill/>
          <a:ln>
            <a:noFill/>
          </a:ln>
        </p:spPr>
      </p:pic>
      <p:pic>
        <p:nvPicPr>
          <p:cNvPr descr="preencoded.png" id="172" name="Google Shape;172;p11"/>
          <p:cNvPicPr preferRelativeResize="0"/>
          <p:nvPr/>
        </p:nvPicPr>
        <p:blipFill rotWithShape="1">
          <a:blip r:embed="rId4">
            <a:alphaModFix/>
          </a:blip>
          <a:srcRect b="0" l="0" r="0" t="0"/>
          <a:stretch/>
        </p:blipFill>
        <p:spPr>
          <a:xfrm>
            <a:off x="704088" y="5696712"/>
            <a:ext cx="6510528" cy="1362456"/>
          </a:xfrm>
          <a:prstGeom prst="rect">
            <a:avLst/>
          </a:prstGeom>
          <a:noFill/>
          <a:ln>
            <a:noFill/>
          </a:ln>
        </p:spPr>
      </p:pic>
      <p:pic>
        <p:nvPicPr>
          <p:cNvPr descr="preencoded.png" id="173" name="Google Shape;173;p11"/>
          <p:cNvPicPr preferRelativeResize="0"/>
          <p:nvPr/>
        </p:nvPicPr>
        <p:blipFill rotWithShape="1">
          <a:blip r:embed="rId4">
            <a:alphaModFix/>
          </a:blip>
          <a:srcRect b="0" l="0" r="0" t="0"/>
          <a:stretch/>
        </p:blipFill>
        <p:spPr>
          <a:xfrm>
            <a:off x="7434072" y="4114800"/>
            <a:ext cx="6510528" cy="1362456"/>
          </a:xfrm>
          <a:prstGeom prst="rect">
            <a:avLst/>
          </a:prstGeom>
          <a:noFill/>
          <a:ln>
            <a:noFill/>
          </a:ln>
        </p:spPr>
      </p:pic>
      <p:pic>
        <p:nvPicPr>
          <p:cNvPr descr="preencoded.png" id="174" name="Google Shape;174;p11"/>
          <p:cNvPicPr preferRelativeResize="0"/>
          <p:nvPr/>
        </p:nvPicPr>
        <p:blipFill rotWithShape="1">
          <a:blip r:embed="rId4">
            <a:alphaModFix/>
          </a:blip>
          <a:srcRect b="0" l="0" r="0" t="0"/>
          <a:stretch/>
        </p:blipFill>
        <p:spPr>
          <a:xfrm>
            <a:off x="7434072" y="5696712"/>
            <a:ext cx="6510528" cy="1362456"/>
          </a:xfrm>
          <a:prstGeom prst="rect">
            <a:avLst/>
          </a:prstGeom>
          <a:noFill/>
          <a:ln>
            <a:noFill/>
          </a:ln>
        </p:spPr>
      </p:pic>
      <p:pic>
        <p:nvPicPr>
          <p:cNvPr descr="preencoded.png" id="175" name="Google Shape;175;p11"/>
          <p:cNvPicPr preferRelativeResize="0"/>
          <p:nvPr/>
        </p:nvPicPr>
        <p:blipFill rotWithShape="1">
          <a:blip r:embed="rId5">
            <a:alphaModFix/>
          </a:blip>
          <a:srcRect b="0" l="0" r="0" t="0"/>
          <a:stretch/>
        </p:blipFill>
        <p:spPr>
          <a:xfrm>
            <a:off x="1481328" y="4306824"/>
            <a:ext cx="5532120" cy="969264"/>
          </a:xfrm>
          <a:prstGeom prst="rect">
            <a:avLst/>
          </a:prstGeom>
          <a:noFill/>
          <a:ln>
            <a:noFill/>
          </a:ln>
        </p:spPr>
      </p:pic>
      <p:pic>
        <p:nvPicPr>
          <p:cNvPr descr="preencoded.png" id="176" name="Google Shape;176;p11"/>
          <p:cNvPicPr preferRelativeResize="0"/>
          <p:nvPr/>
        </p:nvPicPr>
        <p:blipFill rotWithShape="1">
          <a:blip r:embed="rId5">
            <a:alphaModFix/>
          </a:blip>
          <a:srcRect b="0" l="0" r="0" t="0"/>
          <a:stretch/>
        </p:blipFill>
        <p:spPr>
          <a:xfrm>
            <a:off x="1481328" y="5888736"/>
            <a:ext cx="5532120" cy="969264"/>
          </a:xfrm>
          <a:prstGeom prst="rect">
            <a:avLst/>
          </a:prstGeom>
          <a:noFill/>
          <a:ln>
            <a:noFill/>
          </a:ln>
        </p:spPr>
      </p:pic>
      <p:pic>
        <p:nvPicPr>
          <p:cNvPr descr="preencoded.png" id="177" name="Google Shape;177;p11"/>
          <p:cNvPicPr preferRelativeResize="0"/>
          <p:nvPr/>
        </p:nvPicPr>
        <p:blipFill rotWithShape="1">
          <a:blip r:embed="rId5">
            <a:alphaModFix/>
          </a:blip>
          <a:srcRect b="0" l="0" r="0" t="0"/>
          <a:stretch/>
        </p:blipFill>
        <p:spPr>
          <a:xfrm>
            <a:off x="8211312" y="4306824"/>
            <a:ext cx="5532120" cy="969264"/>
          </a:xfrm>
          <a:prstGeom prst="rect">
            <a:avLst/>
          </a:prstGeom>
          <a:noFill/>
          <a:ln>
            <a:noFill/>
          </a:ln>
        </p:spPr>
      </p:pic>
      <p:pic>
        <p:nvPicPr>
          <p:cNvPr descr="preencoded.png" id="178" name="Google Shape;178;p11"/>
          <p:cNvPicPr preferRelativeResize="0"/>
          <p:nvPr/>
        </p:nvPicPr>
        <p:blipFill rotWithShape="1">
          <a:blip r:embed="rId5">
            <a:alphaModFix/>
          </a:blip>
          <a:srcRect b="0" l="0" r="0" t="0"/>
          <a:stretch/>
        </p:blipFill>
        <p:spPr>
          <a:xfrm>
            <a:off x="8211312" y="5888736"/>
            <a:ext cx="5532120" cy="969264"/>
          </a:xfrm>
          <a:prstGeom prst="rect">
            <a:avLst/>
          </a:prstGeom>
          <a:noFill/>
          <a:ln>
            <a:noFill/>
          </a:ln>
        </p:spPr>
      </p:pic>
      <p:pic>
        <p:nvPicPr>
          <p:cNvPr descr="preencoded.png" id="179" name="Google Shape;179;p11"/>
          <p:cNvPicPr preferRelativeResize="0"/>
          <p:nvPr/>
        </p:nvPicPr>
        <p:blipFill rotWithShape="1">
          <a:blip r:embed="rId6">
            <a:alphaModFix/>
          </a:blip>
          <a:srcRect b="0" l="0" r="0" t="0"/>
          <a:stretch/>
        </p:blipFill>
        <p:spPr>
          <a:xfrm>
            <a:off x="877824" y="4297680"/>
            <a:ext cx="420624" cy="420624"/>
          </a:xfrm>
          <a:prstGeom prst="rect">
            <a:avLst/>
          </a:prstGeom>
          <a:noFill/>
          <a:ln>
            <a:noFill/>
          </a:ln>
        </p:spPr>
      </p:pic>
      <p:pic>
        <p:nvPicPr>
          <p:cNvPr descr="preencoded.png" id="180" name="Google Shape;180;p11"/>
          <p:cNvPicPr preferRelativeResize="0"/>
          <p:nvPr/>
        </p:nvPicPr>
        <p:blipFill rotWithShape="1">
          <a:blip r:embed="rId6">
            <a:alphaModFix/>
          </a:blip>
          <a:srcRect b="0" l="0" r="0" t="0"/>
          <a:stretch/>
        </p:blipFill>
        <p:spPr>
          <a:xfrm>
            <a:off x="877824" y="5879592"/>
            <a:ext cx="420624" cy="420624"/>
          </a:xfrm>
          <a:prstGeom prst="rect">
            <a:avLst/>
          </a:prstGeom>
          <a:noFill/>
          <a:ln>
            <a:noFill/>
          </a:ln>
        </p:spPr>
      </p:pic>
      <p:pic>
        <p:nvPicPr>
          <p:cNvPr descr="preencoded.png" id="181" name="Google Shape;181;p11"/>
          <p:cNvPicPr preferRelativeResize="0"/>
          <p:nvPr/>
        </p:nvPicPr>
        <p:blipFill rotWithShape="1">
          <a:blip r:embed="rId6">
            <a:alphaModFix/>
          </a:blip>
          <a:srcRect b="0" l="0" r="0" t="0"/>
          <a:stretch/>
        </p:blipFill>
        <p:spPr>
          <a:xfrm>
            <a:off x="7616952" y="4297680"/>
            <a:ext cx="420624" cy="420624"/>
          </a:xfrm>
          <a:prstGeom prst="rect">
            <a:avLst/>
          </a:prstGeom>
          <a:noFill/>
          <a:ln>
            <a:noFill/>
          </a:ln>
        </p:spPr>
      </p:pic>
      <p:pic>
        <p:nvPicPr>
          <p:cNvPr descr="preencoded.png" id="182" name="Google Shape;182;p11"/>
          <p:cNvPicPr preferRelativeResize="0"/>
          <p:nvPr/>
        </p:nvPicPr>
        <p:blipFill rotWithShape="1">
          <a:blip r:embed="rId6">
            <a:alphaModFix/>
          </a:blip>
          <a:srcRect b="0" l="0" r="0" t="0"/>
          <a:stretch/>
        </p:blipFill>
        <p:spPr>
          <a:xfrm>
            <a:off x="7616952" y="5879592"/>
            <a:ext cx="420624" cy="420624"/>
          </a:xfrm>
          <a:prstGeom prst="rect">
            <a:avLst/>
          </a:prstGeom>
          <a:noFill/>
          <a:ln>
            <a:noFill/>
          </a:ln>
        </p:spPr>
      </p:pic>
      <p:sp>
        <p:nvSpPr>
          <p:cNvPr id="183" name="Google Shape;183;p11"/>
          <p:cNvSpPr/>
          <p:nvPr/>
        </p:nvSpPr>
        <p:spPr>
          <a:xfrm>
            <a:off x="685800" y="3273552"/>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8000"/>
              </a:buClr>
              <a:buSzPts val="3840"/>
              <a:buFont typeface="Arial"/>
              <a:buNone/>
            </a:pPr>
            <a:r>
              <a:rPr b="0" i="0" lang="en-US" sz="3840" u="none" cap="none" strike="noStrike">
                <a:solidFill>
                  <a:srgbClr val="008000"/>
                </a:solidFill>
                <a:latin typeface="Arial"/>
                <a:ea typeface="Arial"/>
                <a:cs typeface="Arial"/>
                <a:sym typeface="Arial"/>
              </a:rPr>
              <a:t>Tools and Technologies</a:t>
            </a:r>
            <a:endParaRPr b="0" i="0" sz="3840" u="none" cap="none" strike="noStrike">
              <a:solidFill>
                <a:srgbClr val="008000"/>
              </a:solidFill>
            </a:endParaRPr>
          </a:p>
        </p:txBody>
      </p:sp>
      <p:sp>
        <p:nvSpPr>
          <p:cNvPr id="184" name="Google Shape;184;p11"/>
          <p:cNvSpPr/>
          <p:nvPr/>
        </p:nvSpPr>
        <p:spPr>
          <a:xfrm>
            <a:off x="1024128" y="4325112"/>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1</a:t>
            </a:r>
            <a:endParaRPr b="0" i="0" sz="1920" u="none" cap="none" strike="noStrike"/>
          </a:p>
        </p:txBody>
      </p:sp>
      <p:sp>
        <p:nvSpPr>
          <p:cNvPr id="185" name="Google Shape;185;p11"/>
          <p:cNvSpPr/>
          <p:nvPr/>
        </p:nvSpPr>
        <p:spPr>
          <a:xfrm>
            <a:off x="1481328" y="4306824"/>
            <a:ext cx="553212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HTML</a:t>
            </a:r>
            <a:endParaRPr b="0" i="0" sz="1920" u="none" cap="none" strike="noStrike"/>
          </a:p>
        </p:txBody>
      </p:sp>
      <p:sp>
        <p:nvSpPr>
          <p:cNvPr id="186" name="Google Shape;186;p11"/>
          <p:cNvSpPr/>
          <p:nvPr/>
        </p:nvSpPr>
        <p:spPr>
          <a:xfrm>
            <a:off x="1481328" y="4791456"/>
            <a:ext cx="5532120"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HyperText Markup Language, a standard markup language for creating web pages.</a:t>
            </a:r>
            <a:endParaRPr b="0" i="0" sz="1530" u="none" cap="none" strike="noStrike"/>
          </a:p>
        </p:txBody>
      </p:sp>
      <p:sp>
        <p:nvSpPr>
          <p:cNvPr id="187" name="Google Shape;187;p11"/>
          <p:cNvSpPr/>
          <p:nvPr/>
        </p:nvSpPr>
        <p:spPr>
          <a:xfrm>
            <a:off x="1024128" y="590702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3</a:t>
            </a:r>
            <a:endParaRPr b="0" i="0" sz="1920" u="none" cap="none" strike="noStrike"/>
          </a:p>
        </p:txBody>
      </p:sp>
      <p:sp>
        <p:nvSpPr>
          <p:cNvPr id="188" name="Google Shape;188;p11"/>
          <p:cNvSpPr/>
          <p:nvPr/>
        </p:nvSpPr>
        <p:spPr>
          <a:xfrm>
            <a:off x="1481328" y="5888736"/>
            <a:ext cx="553212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JavaScript</a:t>
            </a:r>
            <a:endParaRPr b="0" i="0" sz="1920" u="none" cap="none" strike="noStrike"/>
          </a:p>
        </p:txBody>
      </p:sp>
      <p:sp>
        <p:nvSpPr>
          <p:cNvPr id="189" name="Google Shape;189;p11"/>
          <p:cNvSpPr/>
          <p:nvPr/>
        </p:nvSpPr>
        <p:spPr>
          <a:xfrm>
            <a:off x="1481328" y="6373368"/>
            <a:ext cx="5532120"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high-level programming language used for client-side scripting, creating interactive web pages, and dynamic user experiences.</a:t>
            </a:r>
            <a:endParaRPr b="0" i="0" sz="1530" u="none" cap="none" strike="noStrike"/>
          </a:p>
        </p:txBody>
      </p:sp>
      <p:sp>
        <p:nvSpPr>
          <p:cNvPr id="190" name="Google Shape;190;p11"/>
          <p:cNvSpPr/>
          <p:nvPr/>
        </p:nvSpPr>
        <p:spPr>
          <a:xfrm>
            <a:off x="7754112" y="4325112"/>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2</a:t>
            </a:r>
            <a:endParaRPr b="0" i="0" sz="1920" u="none" cap="none" strike="noStrike"/>
          </a:p>
        </p:txBody>
      </p:sp>
      <p:sp>
        <p:nvSpPr>
          <p:cNvPr id="191" name="Google Shape;191;p11"/>
          <p:cNvSpPr/>
          <p:nvPr/>
        </p:nvSpPr>
        <p:spPr>
          <a:xfrm>
            <a:off x="8211312" y="4306824"/>
            <a:ext cx="553212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CSS</a:t>
            </a:r>
            <a:endParaRPr b="0" i="0" sz="1920" u="none" cap="none" strike="noStrike"/>
          </a:p>
        </p:txBody>
      </p:sp>
      <p:sp>
        <p:nvSpPr>
          <p:cNvPr id="192" name="Google Shape;192;p11"/>
          <p:cNvSpPr/>
          <p:nvPr/>
        </p:nvSpPr>
        <p:spPr>
          <a:xfrm>
            <a:off x="8211312" y="4791456"/>
            <a:ext cx="5532120"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Cascading Style Sheets, a styling language used to control layout and visual appearance of web pages.</a:t>
            </a:r>
            <a:endParaRPr b="0" i="0" sz="1530" u="none" cap="none" strike="noStrike"/>
          </a:p>
        </p:txBody>
      </p:sp>
      <p:sp>
        <p:nvSpPr>
          <p:cNvPr id="193" name="Google Shape;193;p11"/>
          <p:cNvSpPr/>
          <p:nvPr/>
        </p:nvSpPr>
        <p:spPr>
          <a:xfrm>
            <a:off x="7754112" y="590702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4</a:t>
            </a:r>
            <a:endParaRPr b="0" i="0" sz="1920" u="none" cap="none" strike="noStrike"/>
          </a:p>
        </p:txBody>
      </p:sp>
      <p:sp>
        <p:nvSpPr>
          <p:cNvPr id="194" name="Google Shape;194;p11"/>
          <p:cNvSpPr/>
          <p:nvPr/>
        </p:nvSpPr>
        <p:spPr>
          <a:xfrm>
            <a:off x="8211312" y="5888736"/>
            <a:ext cx="553212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Frameworks</a:t>
            </a:r>
            <a:endParaRPr b="0" i="0" sz="1920" u="none" cap="none" strike="noStrike"/>
          </a:p>
        </p:txBody>
      </p:sp>
      <p:sp>
        <p:nvSpPr>
          <p:cNvPr id="195" name="Google Shape;195;p11"/>
          <p:cNvSpPr/>
          <p:nvPr/>
        </p:nvSpPr>
        <p:spPr>
          <a:xfrm>
            <a:off x="8211312" y="6373368"/>
            <a:ext cx="5532120"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Pre-built structures or sets of tools that provide a foundation for building applications, simplifying development and standardizing code.</a:t>
            </a:r>
            <a:endParaRPr b="0" i="0" sz="153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descr="preencoded.png" id="201" name="Google Shape;201;p12"/>
          <p:cNvPicPr preferRelativeResize="0"/>
          <p:nvPr/>
        </p:nvPicPr>
        <p:blipFill rotWithShape="1">
          <a:blip r:embed="rId3">
            <a:alphaModFix/>
          </a:blip>
          <a:srcRect b="0" l="0" r="0" t="0"/>
          <a:stretch/>
        </p:blipFill>
        <p:spPr>
          <a:xfrm>
            <a:off x="0" y="0"/>
            <a:ext cx="14630400" cy="8238744"/>
          </a:xfrm>
          <a:prstGeom prst="rect">
            <a:avLst/>
          </a:prstGeom>
          <a:noFill/>
          <a:ln>
            <a:noFill/>
          </a:ln>
        </p:spPr>
      </p:pic>
      <p:pic>
        <p:nvPicPr>
          <p:cNvPr descr="preencoded.png" id="202" name="Google Shape;202;p12"/>
          <p:cNvPicPr preferRelativeResize="0"/>
          <p:nvPr/>
        </p:nvPicPr>
        <p:blipFill rotWithShape="1">
          <a:blip r:embed="rId4">
            <a:alphaModFix/>
          </a:blip>
          <a:srcRect b="3772" l="0" r="0" t="3771"/>
          <a:stretch/>
        </p:blipFill>
        <p:spPr>
          <a:xfrm>
            <a:off x="0" y="525779"/>
            <a:ext cx="14630400" cy="8238744"/>
          </a:xfrm>
          <a:prstGeom prst="rect">
            <a:avLst/>
          </a:prstGeom>
          <a:noFill/>
          <a:ln>
            <a:noFill/>
          </a:ln>
        </p:spPr>
      </p:pic>
      <p:pic>
        <p:nvPicPr>
          <p:cNvPr descr="preencoded.png" id="203" name="Google Shape;203;p12"/>
          <p:cNvPicPr preferRelativeResize="0"/>
          <p:nvPr/>
        </p:nvPicPr>
        <p:blipFill rotWithShape="1">
          <a:blip r:embed="rId5">
            <a:alphaModFix/>
          </a:blip>
          <a:srcRect b="0" l="0" r="0" t="0"/>
          <a:stretch/>
        </p:blipFill>
        <p:spPr>
          <a:xfrm>
            <a:off x="685800" y="2788920"/>
            <a:ext cx="4297680" cy="1664208"/>
          </a:xfrm>
          <a:prstGeom prst="rect">
            <a:avLst/>
          </a:prstGeom>
          <a:noFill/>
          <a:ln>
            <a:noFill/>
          </a:ln>
        </p:spPr>
      </p:pic>
      <p:pic>
        <p:nvPicPr>
          <p:cNvPr descr="preencoded.png" id="204" name="Google Shape;204;p12"/>
          <p:cNvPicPr preferRelativeResize="0"/>
          <p:nvPr/>
        </p:nvPicPr>
        <p:blipFill rotWithShape="1">
          <a:blip r:embed="rId6">
            <a:alphaModFix/>
          </a:blip>
          <a:srcRect b="0" l="0" r="0" t="0"/>
          <a:stretch/>
        </p:blipFill>
        <p:spPr>
          <a:xfrm>
            <a:off x="685800" y="4645152"/>
            <a:ext cx="6537960" cy="1417320"/>
          </a:xfrm>
          <a:prstGeom prst="rect">
            <a:avLst/>
          </a:prstGeom>
          <a:noFill/>
          <a:ln>
            <a:noFill/>
          </a:ln>
        </p:spPr>
      </p:pic>
      <p:pic>
        <p:nvPicPr>
          <p:cNvPr descr="preencoded.png" id="205" name="Google Shape;205;p12"/>
          <p:cNvPicPr preferRelativeResize="0"/>
          <p:nvPr/>
        </p:nvPicPr>
        <p:blipFill rotWithShape="1">
          <a:blip r:embed="rId5">
            <a:alphaModFix/>
          </a:blip>
          <a:srcRect b="0" l="0" r="0" t="0"/>
          <a:stretch/>
        </p:blipFill>
        <p:spPr>
          <a:xfrm>
            <a:off x="5175504" y="2788920"/>
            <a:ext cx="4297680" cy="1664208"/>
          </a:xfrm>
          <a:prstGeom prst="rect">
            <a:avLst/>
          </a:prstGeom>
          <a:noFill/>
          <a:ln>
            <a:noFill/>
          </a:ln>
        </p:spPr>
      </p:pic>
      <p:pic>
        <p:nvPicPr>
          <p:cNvPr descr="preencoded.png" id="206" name="Google Shape;206;p12"/>
          <p:cNvPicPr preferRelativeResize="0"/>
          <p:nvPr/>
        </p:nvPicPr>
        <p:blipFill rotWithShape="1">
          <a:blip r:embed="rId6">
            <a:alphaModFix/>
          </a:blip>
          <a:srcRect b="0" l="0" r="0" t="0"/>
          <a:stretch/>
        </p:blipFill>
        <p:spPr>
          <a:xfrm>
            <a:off x="7415784" y="4645152"/>
            <a:ext cx="6537960" cy="1417320"/>
          </a:xfrm>
          <a:prstGeom prst="rect">
            <a:avLst/>
          </a:prstGeom>
          <a:noFill/>
          <a:ln>
            <a:noFill/>
          </a:ln>
        </p:spPr>
      </p:pic>
      <p:pic>
        <p:nvPicPr>
          <p:cNvPr descr="preencoded.png" id="207" name="Google Shape;207;p12"/>
          <p:cNvPicPr preferRelativeResize="0"/>
          <p:nvPr/>
        </p:nvPicPr>
        <p:blipFill rotWithShape="1">
          <a:blip r:embed="rId5">
            <a:alphaModFix/>
          </a:blip>
          <a:srcRect b="0" l="0" r="0" t="0"/>
          <a:stretch/>
        </p:blipFill>
        <p:spPr>
          <a:xfrm>
            <a:off x="9656064" y="2788920"/>
            <a:ext cx="4297680" cy="1664208"/>
          </a:xfrm>
          <a:prstGeom prst="rect">
            <a:avLst/>
          </a:prstGeom>
          <a:noFill/>
          <a:ln>
            <a:noFill/>
          </a:ln>
        </p:spPr>
      </p:pic>
      <p:sp>
        <p:nvSpPr>
          <p:cNvPr id="208" name="Google Shape;208;p12"/>
          <p:cNvSpPr/>
          <p:nvPr/>
        </p:nvSpPr>
        <p:spPr>
          <a:xfrm>
            <a:off x="685800" y="1956816"/>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5FF65"/>
              </a:buClr>
              <a:buSzPts val="4000"/>
              <a:buFont typeface="Arial"/>
              <a:buNone/>
            </a:pPr>
            <a:r>
              <a:rPr b="0" i="0" lang="en-US" sz="4000" u="none" cap="none" strike="noStrike">
                <a:solidFill>
                  <a:srgbClr val="65FF65"/>
                </a:solidFill>
                <a:latin typeface="Arial"/>
                <a:ea typeface="Arial"/>
                <a:cs typeface="Arial"/>
                <a:sym typeface="Arial"/>
              </a:rPr>
              <a:t>Features and Functionality</a:t>
            </a:r>
            <a:endParaRPr b="0" i="0" sz="3840" u="none" cap="none" strike="noStrike">
              <a:solidFill>
                <a:srgbClr val="65FF65"/>
              </a:solidFill>
            </a:endParaRPr>
          </a:p>
        </p:txBody>
      </p:sp>
      <p:sp>
        <p:nvSpPr>
          <p:cNvPr id="209" name="Google Shape;209;p12"/>
          <p:cNvSpPr/>
          <p:nvPr/>
        </p:nvSpPr>
        <p:spPr>
          <a:xfrm>
            <a:off x="914400" y="3017520"/>
            <a:ext cx="3849624"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User Profiles</a:t>
            </a:r>
            <a:endParaRPr b="0" i="0" sz="1920" u="none" cap="none" strike="noStrike"/>
          </a:p>
        </p:txBody>
      </p:sp>
      <p:sp>
        <p:nvSpPr>
          <p:cNvPr id="210" name="Google Shape;210;p12"/>
          <p:cNvSpPr/>
          <p:nvPr/>
        </p:nvSpPr>
        <p:spPr>
          <a:xfrm>
            <a:off x="914400" y="3493008"/>
            <a:ext cx="3849624"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Data and settings defining a user's identity and preferences within a system or application.</a:t>
            </a:r>
            <a:endParaRPr b="0" i="0" sz="1530" u="none" cap="none" strike="noStrike"/>
          </a:p>
        </p:txBody>
      </p:sp>
      <p:sp>
        <p:nvSpPr>
          <p:cNvPr id="211" name="Google Shape;211;p12"/>
          <p:cNvSpPr/>
          <p:nvPr/>
        </p:nvSpPr>
        <p:spPr>
          <a:xfrm>
            <a:off x="914400" y="4873752"/>
            <a:ext cx="6089904"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Feedback System</a:t>
            </a:r>
            <a:endParaRPr b="0" i="0" sz="1920" u="none" cap="none" strike="noStrike"/>
          </a:p>
        </p:txBody>
      </p:sp>
      <p:sp>
        <p:nvSpPr>
          <p:cNvPr id="212" name="Google Shape;212;p12"/>
          <p:cNvSpPr/>
          <p:nvPr/>
        </p:nvSpPr>
        <p:spPr>
          <a:xfrm>
            <a:off x="914400" y="5349240"/>
            <a:ext cx="6089904"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mechanism that collects and analyzes user input, opinions, or ratings to improve performance, quality, or user experience.</a:t>
            </a:r>
            <a:endParaRPr b="0" i="0" sz="1530" u="none" cap="none" strike="noStrike"/>
          </a:p>
        </p:txBody>
      </p:sp>
      <p:sp>
        <p:nvSpPr>
          <p:cNvPr id="213" name="Google Shape;213;p12"/>
          <p:cNvSpPr/>
          <p:nvPr/>
        </p:nvSpPr>
        <p:spPr>
          <a:xfrm>
            <a:off x="5394960" y="3017520"/>
            <a:ext cx="3849624"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Project Uploads</a:t>
            </a:r>
            <a:endParaRPr b="0" i="0" sz="1920" u="none" cap="none" strike="noStrike"/>
          </a:p>
        </p:txBody>
      </p:sp>
      <p:sp>
        <p:nvSpPr>
          <p:cNvPr id="214" name="Google Shape;214;p12"/>
          <p:cNvSpPr/>
          <p:nvPr/>
        </p:nvSpPr>
        <p:spPr>
          <a:xfrm>
            <a:off x="5394960" y="3493008"/>
            <a:ext cx="3849624"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Transferring project files and data to a server, platform, or system for storage, sharing, or deployment.</a:t>
            </a:r>
            <a:endParaRPr b="0" i="0" sz="1530" u="none" cap="none" strike="noStrike"/>
          </a:p>
        </p:txBody>
      </p:sp>
      <p:sp>
        <p:nvSpPr>
          <p:cNvPr id="215" name="Google Shape;215;p12"/>
          <p:cNvSpPr/>
          <p:nvPr/>
        </p:nvSpPr>
        <p:spPr>
          <a:xfrm>
            <a:off x="7644384" y="4873752"/>
            <a:ext cx="6089904"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Share Options</a:t>
            </a:r>
            <a:endParaRPr b="0" i="0" sz="1920" u="none" cap="none" strike="noStrike"/>
          </a:p>
        </p:txBody>
      </p:sp>
      <p:sp>
        <p:nvSpPr>
          <p:cNvPr id="216" name="Google Shape;216;p12"/>
          <p:cNvSpPr/>
          <p:nvPr/>
        </p:nvSpPr>
        <p:spPr>
          <a:xfrm>
            <a:off x="7644384" y="5349240"/>
            <a:ext cx="6089904"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Features that allow users to distribute or share content, files, or information with others through various channels or platforms.</a:t>
            </a:r>
            <a:endParaRPr b="0" i="0" sz="1530" u="none" cap="none" strike="noStrike"/>
          </a:p>
        </p:txBody>
      </p:sp>
      <p:sp>
        <p:nvSpPr>
          <p:cNvPr id="217" name="Google Shape;217;p12"/>
          <p:cNvSpPr/>
          <p:nvPr/>
        </p:nvSpPr>
        <p:spPr>
          <a:xfrm>
            <a:off x="9884664" y="3017520"/>
            <a:ext cx="3849624"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Search Functionality</a:t>
            </a:r>
            <a:endParaRPr b="0" i="0" sz="1920" u="none" cap="none" strike="noStrike"/>
          </a:p>
        </p:txBody>
      </p:sp>
      <p:sp>
        <p:nvSpPr>
          <p:cNvPr id="218" name="Google Shape;218;p12"/>
          <p:cNvSpPr/>
          <p:nvPr/>
        </p:nvSpPr>
        <p:spPr>
          <a:xfrm>
            <a:off x="9884664" y="3493008"/>
            <a:ext cx="3849624" cy="493776"/>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feature that enables users to find specific content, data, or information within a system, application, or database.</a:t>
            </a:r>
            <a:endParaRPr b="0" i="0" sz="153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preencoded.png" id="224" name="Google Shape;224;p13"/>
          <p:cNvPicPr preferRelativeResize="0"/>
          <p:nvPr/>
        </p:nvPicPr>
        <p:blipFill rotWithShape="1">
          <a:blip r:embed="rId3">
            <a:alphaModFix/>
          </a:blip>
          <a:srcRect b="179" l="0" r="0" t="180"/>
          <a:stretch/>
        </p:blipFill>
        <p:spPr>
          <a:xfrm>
            <a:off x="0" y="0"/>
            <a:ext cx="14630400" cy="8238744"/>
          </a:xfrm>
          <a:prstGeom prst="rect">
            <a:avLst/>
          </a:prstGeom>
          <a:noFill/>
          <a:ln>
            <a:noFill/>
          </a:ln>
        </p:spPr>
      </p:pic>
      <p:pic>
        <p:nvPicPr>
          <p:cNvPr descr="preencoded.png" id="225" name="Google Shape;225;p13"/>
          <p:cNvPicPr preferRelativeResize="0"/>
          <p:nvPr/>
        </p:nvPicPr>
        <p:blipFill rotWithShape="1">
          <a:blip r:embed="rId3">
            <a:alphaModFix/>
          </a:blip>
          <a:srcRect b="35955" l="0" r="0" t="35955"/>
          <a:stretch/>
        </p:blipFill>
        <p:spPr>
          <a:xfrm>
            <a:off x="0" y="0"/>
            <a:ext cx="14630400" cy="2322576"/>
          </a:xfrm>
          <a:prstGeom prst="rect">
            <a:avLst/>
          </a:prstGeom>
          <a:noFill/>
          <a:ln>
            <a:noFill/>
          </a:ln>
        </p:spPr>
      </p:pic>
      <p:pic>
        <p:nvPicPr>
          <p:cNvPr descr="preencoded.png" id="226" name="Google Shape;226;p13"/>
          <p:cNvPicPr preferRelativeResize="0"/>
          <p:nvPr/>
        </p:nvPicPr>
        <p:blipFill rotWithShape="1">
          <a:blip r:embed="rId4">
            <a:alphaModFix/>
          </a:blip>
          <a:srcRect b="0" l="0" r="0" t="0"/>
          <a:stretch/>
        </p:blipFill>
        <p:spPr>
          <a:xfrm>
            <a:off x="704088" y="4782312"/>
            <a:ext cx="4270248" cy="1609344"/>
          </a:xfrm>
          <a:prstGeom prst="rect">
            <a:avLst/>
          </a:prstGeom>
          <a:noFill/>
          <a:ln>
            <a:noFill/>
          </a:ln>
        </p:spPr>
      </p:pic>
      <p:pic>
        <p:nvPicPr>
          <p:cNvPr descr="preencoded.png" id="227" name="Google Shape;227;p13"/>
          <p:cNvPicPr preferRelativeResize="0"/>
          <p:nvPr/>
        </p:nvPicPr>
        <p:blipFill rotWithShape="1">
          <a:blip r:embed="rId4">
            <a:alphaModFix/>
          </a:blip>
          <a:srcRect b="0" l="0" r="0" t="0"/>
          <a:stretch/>
        </p:blipFill>
        <p:spPr>
          <a:xfrm>
            <a:off x="5184648" y="4782312"/>
            <a:ext cx="4270248" cy="1609344"/>
          </a:xfrm>
          <a:prstGeom prst="rect">
            <a:avLst/>
          </a:prstGeom>
          <a:noFill/>
          <a:ln>
            <a:noFill/>
          </a:ln>
        </p:spPr>
      </p:pic>
      <p:pic>
        <p:nvPicPr>
          <p:cNvPr descr="preencoded.png" id="228" name="Google Shape;228;p13"/>
          <p:cNvPicPr preferRelativeResize="0"/>
          <p:nvPr/>
        </p:nvPicPr>
        <p:blipFill rotWithShape="1">
          <a:blip r:embed="rId4">
            <a:alphaModFix/>
          </a:blip>
          <a:srcRect b="0" l="0" r="0" t="0"/>
          <a:stretch/>
        </p:blipFill>
        <p:spPr>
          <a:xfrm>
            <a:off x="9674352" y="4782312"/>
            <a:ext cx="4270248" cy="1609344"/>
          </a:xfrm>
          <a:prstGeom prst="rect">
            <a:avLst/>
          </a:prstGeom>
          <a:noFill/>
          <a:ln>
            <a:noFill/>
          </a:ln>
        </p:spPr>
      </p:pic>
      <p:pic>
        <p:nvPicPr>
          <p:cNvPr descr="preencoded.png" id="229" name="Google Shape;229;p13"/>
          <p:cNvPicPr preferRelativeResize="0"/>
          <p:nvPr/>
        </p:nvPicPr>
        <p:blipFill rotWithShape="1">
          <a:blip r:embed="rId5">
            <a:alphaModFix/>
          </a:blip>
          <a:srcRect b="0" l="0" r="0" t="0"/>
          <a:stretch/>
        </p:blipFill>
        <p:spPr>
          <a:xfrm>
            <a:off x="1481328" y="4974336"/>
            <a:ext cx="3291840" cy="1216152"/>
          </a:xfrm>
          <a:prstGeom prst="rect">
            <a:avLst/>
          </a:prstGeom>
          <a:noFill/>
          <a:ln>
            <a:noFill/>
          </a:ln>
        </p:spPr>
      </p:pic>
      <p:pic>
        <p:nvPicPr>
          <p:cNvPr descr="preencoded.png" id="230" name="Google Shape;230;p13"/>
          <p:cNvPicPr preferRelativeResize="0"/>
          <p:nvPr/>
        </p:nvPicPr>
        <p:blipFill rotWithShape="1">
          <a:blip r:embed="rId5">
            <a:alphaModFix/>
          </a:blip>
          <a:srcRect b="0" l="0" r="0" t="0"/>
          <a:stretch/>
        </p:blipFill>
        <p:spPr>
          <a:xfrm>
            <a:off x="5971032" y="4974336"/>
            <a:ext cx="3291840" cy="1216152"/>
          </a:xfrm>
          <a:prstGeom prst="rect">
            <a:avLst/>
          </a:prstGeom>
          <a:noFill/>
          <a:ln>
            <a:noFill/>
          </a:ln>
        </p:spPr>
      </p:pic>
      <p:pic>
        <p:nvPicPr>
          <p:cNvPr descr="preencoded.png" id="231" name="Google Shape;231;p13"/>
          <p:cNvPicPr preferRelativeResize="0"/>
          <p:nvPr/>
        </p:nvPicPr>
        <p:blipFill rotWithShape="1">
          <a:blip r:embed="rId5">
            <a:alphaModFix/>
          </a:blip>
          <a:srcRect b="0" l="0" r="0" t="0"/>
          <a:stretch/>
        </p:blipFill>
        <p:spPr>
          <a:xfrm>
            <a:off x="10451592" y="4974336"/>
            <a:ext cx="3291840" cy="1216152"/>
          </a:xfrm>
          <a:prstGeom prst="rect">
            <a:avLst/>
          </a:prstGeom>
          <a:noFill/>
          <a:ln>
            <a:noFill/>
          </a:ln>
        </p:spPr>
      </p:pic>
      <p:pic>
        <p:nvPicPr>
          <p:cNvPr descr="preencoded.png" id="232" name="Google Shape;232;p13"/>
          <p:cNvPicPr preferRelativeResize="0"/>
          <p:nvPr/>
        </p:nvPicPr>
        <p:blipFill rotWithShape="1">
          <a:blip r:embed="rId6">
            <a:alphaModFix/>
          </a:blip>
          <a:srcRect b="0" l="0" r="0" t="0"/>
          <a:stretch/>
        </p:blipFill>
        <p:spPr>
          <a:xfrm>
            <a:off x="877824" y="4965192"/>
            <a:ext cx="420624" cy="420624"/>
          </a:xfrm>
          <a:prstGeom prst="rect">
            <a:avLst/>
          </a:prstGeom>
          <a:noFill/>
          <a:ln>
            <a:noFill/>
          </a:ln>
        </p:spPr>
      </p:pic>
      <p:pic>
        <p:nvPicPr>
          <p:cNvPr descr="preencoded.png" id="233" name="Google Shape;233;p13"/>
          <p:cNvPicPr preferRelativeResize="0"/>
          <p:nvPr/>
        </p:nvPicPr>
        <p:blipFill rotWithShape="1">
          <a:blip r:embed="rId6">
            <a:alphaModFix/>
          </a:blip>
          <a:srcRect b="0" l="0" r="0" t="0"/>
          <a:stretch/>
        </p:blipFill>
        <p:spPr>
          <a:xfrm>
            <a:off x="5367528" y="4965192"/>
            <a:ext cx="420624" cy="420624"/>
          </a:xfrm>
          <a:prstGeom prst="rect">
            <a:avLst/>
          </a:prstGeom>
          <a:noFill/>
          <a:ln>
            <a:noFill/>
          </a:ln>
        </p:spPr>
      </p:pic>
      <p:pic>
        <p:nvPicPr>
          <p:cNvPr descr="preencoded.png" id="234" name="Google Shape;234;p13"/>
          <p:cNvPicPr preferRelativeResize="0"/>
          <p:nvPr/>
        </p:nvPicPr>
        <p:blipFill rotWithShape="1">
          <a:blip r:embed="rId6">
            <a:alphaModFix/>
          </a:blip>
          <a:srcRect b="0" l="0" r="0" t="0"/>
          <a:stretch/>
        </p:blipFill>
        <p:spPr>
          <a:xfrm>
            <a:off x="9857232" y="4965192"/>
            <a:ext cx="420624" cy="420624"/>
          </a:xfrm>
          <a:prstGeom prst="rect">
            <a:avLst/>
          </a:prstGeom>
          <a:noFill/>
          <a:ln>
            <a:noFill/>
          </a:ln>
        </p:spPr>
      </p:pic>
      <p:sp>
        <p:nvSpPr>
          <p:cNvPr id="235" name="Google Shape;235;p13"/>
          <p:cNvSpPr/>
          <p:nvPr/>
        </p:nvSpPr>
        <p:spPr>
          <a:xfrm>
            <a:off x="685800" y="3941064"/>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B3E88"/>
              </a:buClr>
              <a:buSzPts val="3840"/>
              <a:buFont typeface="Arial"/>
              <a:buNone/>
            </a:pPr>
            <a:r>
              <a:rPr b="0" i="0" lang="en-US" sz="3840" u="none" cap="none" strike="noStrike">
                <a:solidFill>
                  <a:srgbClr val="1B3E88"/>
                </a:solidFill>
                <a:latin typeface="Arial"/>
                <a:ea typeface="Arial"/>
                <a:cs typeface="Arial"/>
                <a:sym typeface="Arial"/>
              </a:rPr>
              <a:t>Conclusion of the Digital Portal Impact</a:t>
            </a:r>
            <a:endParaRPr b="0" i="0" sz="3840" u="none" cap="none" strike="noStrike"/>
          </a:p>
        </p:txBody>
      </p:sp>
      <p:sp>
        <p:nvSpPr>
          <p:cNvPr id="236" name="Google Shape;236;p13"/>
          <p:cNvSpPr/>
          <p:nvPr/>
        </p:nvSpPr>
        <p:spPr>
          <a:xfrm>
            <a:off x="1024128" y="499262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1</a:t>
            </a:r>
            <a:endParaRPr b="0" i="0" sz="1920" u="none" cap="none" strike="noStrike"/>
          </a:p>
        </p:txBody>
      </p:sp>
      <p:sp>
        <p:nvSpPr>
          <p:cNvPr id="237" name="Google Shape;237;p13"/>
          <p:cNvSpPr/>
          <p:nvPr/>
        </p:nvSpPr>
        <p:spPr>
          <a:xfrm>
            <a:off x="1481328" y="4974336"/>
            <a:ext cx="329184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Effective Platform</a:t>
            </a:r>
            <a:endParaRPr b="0" i="0" sz="1920" u="none" cap="none" strike="noStrike"/>
          </a:p>
        </p:txBody>
      </p:sp>
      <p:sp>
        <p:nvSpPr>
          <p:cNvPr id="238" name="Google Shape;238;p13"/>
          <p:cNvSpPr/>
          <p:nvPr/>
        </p:nvSpPr>
        <p:spPr>
          <a:xfrm>
            <a:off x="1481328" y="5458968"/>
            <a:ext cx="3291840"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 system or environment that efficiently achieves its intended purpose, providing a seamless and productive experience for users.</a:t>
            </a:r>
            <a:endParaRPr b="0" i="0" sz="1530" u="none" cap="none" strike="noStrike"/>
          </a:p>
        </p:txBody>
      </p:sp>
      <p:sp>
        <p:nvSpPr>
          <p:cNvPr id="239" name="Google Shape;239;p13"/>
          <p:cNvSpPr/>
          <p:nvPr/>
        </p:nvSpPr>
        <p:spPr>
          <a:xfrm>
            <a:off x="5513832" y="499262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2</a:t>
            </a:r>
            <a:endParaRPr b="0" i="0" sz="1920" u="none" cap="none" strike="noStrike"/>
          </a:p>
        </p:txBody>
      </p:sp>
      <p:sp>
        <p:nvSpPr>
          <p:cNvPr id="240" name="Google Shape;240;p13"/>
          <p:cNvSpPr/>
          <p:nvPr/>
        </p:nvSpPr>
        <p:spPr>
          <a:xfrm>
            <a:off x="5971032" y="4974336"/>
            <a:ext cx="329184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Enhanced Visibility</a:t>
            </a:r>
            <a:endParaRPr b="0" i="0" sz="1920" u="none" cap="none" strike="noStrike"/>
          </a:p>
        </p:txBody>
      </p:sp>
      <p:sp>
        <p:nvSpPr>
          <p:cNvPr id="241" name="Google Shape;241;p13"/>
          <p:cNvSpPr/>
          <p:nvPr/>
        </p:nvSpPr>
        <p:spPr>
          <a:xfrm>
            <a:off x="5971032" y="5458968"/>
            <a:ext cx="3291840"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Increased awareness, exposure, or prominence of a product, service, or brand, making it more noticeable and accessible to the target audience.</a:t>
            </a:r>
            <a:endParaRPr b="0" i="0" sz="1530" u="none" cap="none" strike="noStrike"/>
          </a:p>
        </p:txBody>
      </p:sp>
      <p:sp>
        <p:nvSpPr>
          <p:cNvPr id="242" name="Google Shape;242;p13"/>
          <p:cNvSpPr/>
          <p:nvPr/>
        </p:nvSpPr>
        <p:spPr>
          <a:xfrm>
            <a:off x="9994392" y="4992624"/>
            <a:ext cx="146304" cy="365760"/>
          </a:xfrm>
          <a:prstGeom prst="rect">
            <a:avLst/>
          </a:prstGeom>
          <a:noFill/>
          <a:ln>
            <a:noFill/>
          </a:ln>
        </p:spPr>
        <p:txBody>
          <a:bodyPr anchorCtr="0" anchor="ctr" bIns="0" lIns="0" spcFirstLastPara="1" rIns="0" wrap="square" tIns="0">
            <a:noAutofit/>
          </a:bodyPr>
          <a:lstStyle/>
          <a:p>
            <a:pPr indent="0" lvl="0" marL="0" marR="0" rtl="0" algn="l">
              <a:lnSpc>
                <a:spcPct val="119791"/>
              </a:lnSpc>
              <a:spcBef>
                <a:spcPts val="0"/>
              </a:spcBef>
              <a:spcAft>
                <a:spcPts val="0"/>
              </a:spcAft>
              <a:buClr>
                <a:srgbClr val="595959"/>
              </a:buClr>
              <a:buSzPts val="1920"/>
              <a:buFont typeface="Arial"/>
              <a:buNone/>
            </a:pPr>
            <a:r>
              <a:rPr b="0" i="0" lang="en-US" sz="1920" u="none" cap="none" strike="noStrike">
                <a:solidFill>
                  <a:srgbClr val="595959"/>
                </a:solidFill>
                <a:latin typeface="Arial"/>
                <a:ea typeface="Arial"/>
                <a:cs typeface="Arial"/>
                <a:sym typeface="Arial"/>
              </a:rPr>
              <a:t>3</a:t>
            </a:r>
            <a:endParaRPr b="0" i="0" sz="1920" u="none" cap="none" strike="noStrike"/>
          </a:p>
        </p:txBody>
      </p:sp>
      <p:sp>
        <p:nvSpPr>
          <p:cNvPr id="243" name="Google Shape;243;p13"/>
          <p:cNvSpPr/>
          <p:nvPr/>
        </p:nvSpPr>
        <p:spPr>
          <a:xfrm>
            <a:off x="10451592" y="4974336"/>
            <a:ext cx="3291840" cy="310896"/>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Future Developments</a:t>
            </a:r>
            <a:endParaRPr b="0" i="0" sz="1920" u="none" cap="none" strike="noStrike"/>
          </a:p>
        </p:txBody>
      </p:sp>
      <p:sp>
        <p:nvSpPr>
          <p:cNvPr id="244" name="Google Shape;244;p13"/>
          <p:cNvSpPr/>
          <p:nvPr/>
        </p:nvSpPr>
        <p:spPr>
          <a:xfrm>
            <a:off x="10451592" y="5458968"/>
            <a:ext cx="3291840" cy="731520"/>
          </a:xfrm>
          <a:prstGeom prst="rect">
            <a:avLst/>
          </a:prstGeom>
          <a:noFill/>
          <a:ln>
            <a:noFill/>
          </a:ln>
        </p:spPr>
        <p:txBody>
          <a:bodyPr anchorCtr="0" anchor="ctr" bIns="0" lIns="0" spcFirstLastPara="1" rIns="0" wrap="square" tIns="0">
            <a:noAutofit/>
          </a:bodyPr>
          <a:lstStyle/>
          <a:p>
            <a:pPr indent="0" lvl="0" marL="0" marR="0" rtl="0" algn="l">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Planned or potential upgrades, improvements, or innovations that will be implemented in the future to enhance a product, service, or system.</a:t>
            </a:r>
            <a:endParaRPr b="0" i="0" sz="153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preencoded.png" id="250" name="Google Shape;250;p14"/>
          <p:cNvPicPr preferRelativeResize="0"/>
          <p:nvPr/>
        </p:nvPicPr>
        <p:blipFill rotWithShape="1">
          <a:blip r:embed="rId3">
            <a:alphaModFix/>
          </a:blip>
          <a:srcRect b="179" l="0" r="0" t="180"/>
          <a:stretch/>
        </p:blipFill>
        <p:spPr>
          <a:xfrm>
            <a:off x="0" y="0"/>
            <a:ext cx="14630400" cy="8238744"/>
          </a:xfrm>
          <a:prstGeom prst="rect">
            <a:avLst/>
          </a:prstGeom>
          <a:noFill/>
          <a:ln>
            <a:noFill/>
          </a:ln>
        </p:spPr>
      </p:pic>
      <p:sp>
        <p:nvSpPr>
          <p:cNvPr id="251" name="Google Shape;251;p14"/>
          <p:cNvSpPr/>
          <p:nvPr/>
        </p:nvSpPr>
        <p:spPr>
          <a:xfrm>
            <a:off x="681227" y="690371"/>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09090"/>
              </a:lnSpc>
              <a:spcBef>
                <a:spcPts val="0"/>
              </a:spcBef>
              <a:spcAft>
                <a:spcPts val="0"/>
              </a:spcAft>
              <a:buClr>
                <a:srgbClr val="1B3E88"/>
              </a:buClr>
              <a:buSzPts val="4400"/>
              <a:buFont typeface="Arial"/>
              <a:buNone/>
            </a:pPr>
            <a:r>
              <a:rPr b="0" i="0" lang="en-US" sz="4400" u="none" cap="none" strike="noStrike">
                <a:solidFill>
                  <a:srgbClr val="1B3E88"/>
                </a:solidFill>
                <a:latin typeface="Arial"/>
                <a:ea typeface="Arial"/>
                <a:cs typeface="Arial"/>
                <a:sym typeface="Arial"/>
              </a:rPr>
              <a:t>Results and Screenshots</a:t>
            </a:r>
            <a:endParaRPr b="0" i="0" sz="3840" u="none" cap="none" strike="noStrike"/>
          </a:p>
        </p:txBody>
      </p:sp>
      <p:pic>
        <p:nvPicPr>
          <p:cNvPr id="252" name="Google Shape;252;p14"/>
          <p:cNvPicPr preferRelativeResize="0"/>
          <p:nvPr/>
        </p:nvPicPr>
        <p:blipFill rotWithShape="1">
          <a:blip r:embed="rId4">
            <a:alphaModFix/>
          </a:blip>
          <a:srcRect b="0" l="0" r="0" t="0"/>
          <a:stretch/>
        </p:blipFill>
        <p:spPr>
          <a:xfrm>
            <a:off x="1384918" y="1993392"/>
            <a:ext cx="11860563" cy="59259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preencoded.png" id="258" name="Google Shape;258;p15"/>
          <p:cNvPicPr preferRelativeResize="0"/>
          <p:nvPr/>
        </p:nvPicPr>
        <p:blipFill rotWithShape="1">
          <a:blip r:embed="rId3">
            <a:alphaModFix/>
          </a:blip>
          <a:srcRect b="15043" l="0" r="0" t="15044"/>
          <a:stretch/>
        </p:blipFill>
        <p:spPr>
          <a:xfrm>
            <a:off x="9144" y="-9144"/>
            <a:ext cx="14630400" cy="8238744"/>
          </a:xfrm>
          <a:prstGeom prst="rect">
            <a:avLst/>
          </a:prstGeom>
          <a:noFill/>
          <a:ln>
            <a:noFill/>
          </a:ln>
        </p:spPr>
      </p:pic>
      <p:sp>
        <p:nvSpPr>
          <p:cNvPr id="259" name="Google Shape;259;p15"/>
          <p:cNvSpPr/>
          <p:nvPr/>
        </p:nvSpPr>
        <p:spPr>
          <a:xfrm>
            <a:off x="685800" y="2414016"/>
            <a:ext cx="13267944" cy="6126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3840"/>
              <a:buFont typeface="Arial"/>
              <a:buNone/>
            </a:pPr>
            <a:r>
              <a:rPr b="0" i="0" lang="en-US" sz="3840" u="none" cap="none" strike="noStrike">
                <a:solidFill>
                  <a:srgbClr val="000000"/>
                </a:solidFill>
                <a:latin typeface="Arial"/>
                <a:ea typeface="Arial"/>
                <a:cs typeface="Arial"/>
                <a:sym typeface="Arial"/>
              </a:rPr>
              <a:t>GitHub Repository for Digital Portal Project</a:t>
            </a:r>
            <a:endParaRPr b="0" i="0" sz="3840" u="none" cap="none" strike="noStrike">
              <a:solidFill>
                <a:srgbClr val="000000"/>
              </a:solidFill>
            </a:endParaRPr>
          </a:p>
        </p:txBody>
      </p:sp>
      <p:sp>
        <p:nvSpPr>
          <p:cNvPr id="260" name="Google Shape;260;p15"/>
          <p:cNvSpPr/>
          <p:nvPr/>
        </p:nvSpPr>
        <p:spPr>
          <a:xfrm>
            <a:off x="795528" y="4745736"/>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Visit Repository</a:t>
            </a:r>
            <a:endParaRPr b="0" i="0" sz="1920" u="none" cap="none" strike="noStrike"/>
          </a:p>
        </p:txBody>
      </p:sp>
      <p:sp>
        <p:nvSpPr>
          <p:cNvPr id="261" name="Google Shape;261;p15"/>
          <p:cNvSpPr/>
          <p:nvPr/>
        </p:nvSpPr>
        <p:spPr>
          <a:xfrm>
            <a:off x="795528" y="5230368"/>
            <a:ext cx="4005072" cy="493776"/>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Access the central hub for code, files, and collaboration.</a:t>
            </a:r>
            <a:endParaRPr b="0" i="0" sz="1530" u="none" cap="none" strike="noStrike"/>
          </a:p>
        </p:txBody>
      </p:sp>
      <p:sp>
        <p:nvSpPr>
          <p:cNvPr id="262" name="Google Shape;262;p15"/>
          <p:cNvSpPr/>
          <p:nvPr/>
        </p:nvSpPr>
        <p:spPr>
          <a:xfrm>
            <a:off x="5321808" y="4745736"/>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Get Source Code</a:t>
            </a:r>
            <a:endParaRPr b="0" i="0" sz="1920" u="none" cap="none" strike="noStrike"/>
          </a:p>
        </p:txBody>
      </p:sp>
      <p:sp>
        <p:nvSpPr>
          <p:cNvPr id="263" name="Google Shape;263;p15"/>
          <p:cNvSpPr/>
          <p:nvPr/>
        </p:nvSpPr>
        <p:spPr>
          <a:xfrm>
            <a:off x="5321808" y="5230368"/>
            <a:ext cx="4005072" cy="246888"/>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SzPts val="1530"/>
              <a:buFont typeface="Arial"/>
              <a:buNone/>
            </a:pPr>
            <a:r>
              <a:rPr b="0" i="0" lang="en-US" sz="1530" u="none" cap="none" strike="noStrike"/>
              <a:t>Access the underlying code that powers</a:t>
            </a:r>
            <a:endParaRPr b="0" i="0" sz="1530" u="none" cap="none" strike="noStrike"/>
          </a:p>
          <a:p>
            <a:pPr indent="0" lvl="0" marL="0" marR="0" rtl="0" algn="ctr">
              <a:lnSpc>
                <a:spcPct val="125490"/>
              </a:lnSpc>
              <a:spcBef>
                <a:spcPts val="0"/>
              </a:spcBef>
              <a:spcAft>
                <a:spcPts val="0"/>
              </a:spcAft>
              <a:buSzPts val="1530"/>
              <a:buFont typeface="Arial"/>
              <a:buNone/>
            </a:pPr>
            <a:r>
              <a:rPr b="0" i="0" lang="en-US" sz="1530" u="none" cap="none" strike="noStrike"/>
              <a:t> the application or system.</a:t>
            </a:r>
            <a:endParaRPr b="0" i="0" sz="1530" u="none" cap="none" strike="noStrike"/>
          </a:p>
        </p:txBody>
      </p:sp>
      <p:sp>
        <p:nvSpPr>
          <p:cNvPr id="264" name="Google Shape;264;p15"/>
          <p:cNvSpPr/>
          <p:nvPr/>
        </p:nvSpPr>
        <p:spPr>
          <a:xfrm>
            <a:off x="9838944" y="4745736"/>
            <a:ext cx="4005072" cy="310896"/>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000000"/>
              </a:buClr>
              <a:buSzPts val="1920"/>
              <a:buFont typeface="Arial"/>
              <a:buNone/>
            </a:pPr>
            <a:r>
              <a:rPr b="0" i="0" lang="en-US" sz="1920" u="none" cap="none" strike="noStrike">
                <a:solidFill>
                  <a:srgbClr val="000000"/>
                </a:solidFill>
                <a:latin typeface="Arial"/>
                <a:ea typeface="Arial"/>
                <a:cs typeface="Arial"/>
                <a:sym typeface="Arial"/>
              </a:rPr>
              <a:t>Contribute to Project</a:t>
            </a:r>
            <a:endParaRPr b="0" i="0" sz="1920" u="none" cap="none" strike="noStrike"/>
          </a:p>
        </p:txBody>
      </p:sp>
      <p:sp>
        <p:nvSpPr>
          <p:cNvPr id="265" name="Google Shape;265;p15"/>
          <p:cNvSpPr/>
          <p:nvPr/>
        </p:nvSpPr>
        <p:spPr>
          <a:xfrm>
            <a:off x="9838944" y="5230368"/>
            <a:ext cx="4005072" cy="246888"/>
          </a:xfrm>
          <a:prstGeom prst="rect">
            <a:avLst/>
          </a:prstGeom>
          <a:noFill/>
          <a:ln>
            <a:noFill/>
          </a:ln>
        </p:spPr>
        <p:txBody>
          <a:bodyPr anchorCtr="0" anchor="ctr" bIns="0" lIns="0" spcFirstLastPara="1" rIns="0" wrap="square" tIns="0">
            <a:noAutofit/>
          </a:bodyPr>
          <a:lstStyle/>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Collaborate on and add value to</a:t>
            </a:r>
            <a:endParaRPr b="0" i="0" sz="1530" u="none" cap="none" strike="noStrike"/>
          </a:p>
          <a:p>
            <a:pPr indent="0" lvl="0" marL="0" marR="0" rtl="0" algn="ctr">
              <a:lnSpc>
                <a:spcPct val="125490"/>
              </a:lnSpc>
              <a:spcBef>
                <a:spcPts val="0"/>
              </a:spcBef>
              <a:spcAft>
                <a:spcPts val="0"/>
              </a:spcAft>
              <a:buClr>
                <a:srgbClr val="000000"/>
              </a:buClr>
              <a:buSzPts val="1530"/>
              <a:buFont typeface="Arial"/>
              <a:buNone/>
            </a:pPr>
            <a:r>
              <a:rPr b="0" i="0" lang="en-US" sz="1530" u="none" cap="none" strike="noStrike">
                <a:solidFill>
                  <a:srgbClr val="000000"/>
                </a:solidFill>
                <a:latin typeface="Arial"/>
                <a:ea typeface="Arial"/>
                <a:cs typeface="Arial"/>
                <a:sym typeface="Arial"/>
              </a:rPr>
              <a:t> a shared project or initiative.</a:t>
            </a:r>
            <a:endParaRPr b="0" i="0" sz="153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